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media/image11.svg" ContentType="image/svg+xml"/>
  <Override PartName="/ppt/media/image20.svg" ContentType="image/svg+xml"/>
  <Override PartName="/ppt/media/image3.svg" ContentType="image/svg+xml"/>
  <Override PartName="/ppt/media/image5.svg" ContentType="image/svg+xml"/>
  <Override PartName="/ppt/media/image7.svg" ContentType="image/svg+xml"/>
  <Override PartName="/ppt/media/image9.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7" r:id="rId1"/>
  </p:sldMasterIdLst>
  <p:sldIdLst>
    <p:sldId id="256" r:id="rId2"/>
    <p:sldId id="257" r:id="rId3"/>
    <p:sldId id="272" r:id="rId4"/>
    <p:sldId id="258" r:id="rId5"/>
    <p:sldId id="259" r:id="rId6"/>
    <p:sldId id="260" r:id="rId7"/>
    <p:sldId id="261" r:id="rId8"/>
    <p:sldId id="262" r:id="rId9"/>
    <p:sldId id="263" r:id="rId10"/>
    <p:sldId id="264" r:id="rId11"/>
    <p:sldId id="265" r:id="rId12"/>
    <p:sldId id="267" r:id="rId13"/>
    <p:sldId id="268" r:id="rId14"/>
    <p:sldId id="266" r:id="rId15"/>
    <p:sldId id="269" r:id="rId16"/>
    <p:sldId id="270" r:id="rId17"/>
    <p:sldId id="27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5" d="100"/>
          <a:sy n="75" d="100"/>
        </p:scale>
        <p:origin x="85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presProps" Target="presProps.xml"/><Relationship Id="rId2" Type="http://schemas.openxmlformats.org/officeDocument/2006/relationships/slide" Target="slides/slide1.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diagrams/_rels/data1.xml.rels><?xml version='1.0' encoding='UTF-8' standalone='yes'?>
<Relationships xmlns="http://schemas.openxmlformats.org/package/2006/relationships"><Relationship Id="rId1" Type="http://schemas.openxmlformats.org/officeDocument/2006/relationships/image" Target="../media/image2.png"/><Relationship Id="rId10" Type="http://schemas.openxmlformats.org/officeDocument/2006/relationships/image" Target="../media/image11.svg"/><Relationship Id="rId2" Type="http://schemas.openxmlformats.org/officeDocument/2006/relationships/image" Target="../media/image3.sv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6.png"/><Relationship Id="rId6" Type="http://schemas.openxmlformats.org/officeDocument/2006/relationships/image" Target="../media/image7.svg"/><Relationship Id="rId7" Type="http://schemas.openxmlformats.org/officeDocument/2006/relationships/image" Target="../media/image8.png"/><Relationship Id="rId8" Type="http://schemas.openxmlformats.org/officeDocument/2006/relationships/image" Target="../media/image9.svg"/><Relationship Id="rId9" Type="http://schemas.openxmlformats.org/officeDocument/2006/relationships/image" Target="../media/image10.png"/></Relationships>
</file>

<file path=ppt/diagrams/_rels/drawing1.xml.rels><?xml version='1.0' encoding='UTF-8' standalone='yes'?>
<Relationships xmlns="http://schemas.openxmlformats.org/package/2006/relationships"><Relationship Id="rId1" Type="http://schemas.openxmlformats.org/officeDocument/2006/relationships/image" Target="../media/image2.png"/><Relationship Id="rId10" Type="http://schemas.openxmlformats.org/officeDocument/2006/relationships/image" Target="../media/image11.svg"/><Relationship Id="rId2" Type="http://schemas.openxmlformats.org/officeDocument/2006/relationships/image" Target="../media/image3.sv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6.png"/><Relationship Id="rId6" Type="http://schemas.openxmlformats.org/officeDocument/2006/relationships/image" Target="../media/image7.svg"/><Relationship Id="rId7" Type="http://schemas.openxmlformats.org/officeDocument/2006/relationships/image" Target="../media/image8.png"/><Relationship Id="rId8" Type="http://schemas.openxmlformats.org/officeDocument/2006/relationships/image" Target="../media/image9.svg"/><Relationship Id="rId9"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2BEF6FC-DBDC-4479-9680-52409848E8D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44977080-D1CA-46BC-89E1-DC4A19B5D6C8}">
      <dgm:prSet/>
      <dgm:spPr/>
      <dgm:t>
        <a:bodyPr/>
        <a:lstStyle/>
        <a:p>
          <a:pPr>
            <a:lnSpc>
              <a:spcPct val="100000"/>
            </a:lnSpc>
          </a:pPr>
          <a:r>
            <a:rPr lang="en-US"/>
            <a:t>Data Visualization</a:t>
          </a:r>
          <a:endParaRPr lang="en-US" dirty="0"/>
        </a:p>
      </dgm:t>
    </dgm:pt>
    <dgm:pt modelId="{F19B104B-8A30-429F-A85A-1B12E0265E2B}" type="parTrans" cxnId="{686CDADA-477E-4C52-9A71-BC2D823C423F}">
      <dgm:prSet/>
      <dgm:spPr/>
      <dgm:t>
        <a:bodyPr/>
        <a:lstStyle/>
        <a:p>
          <a:endParaRPr lang="en-US"/>
        </a:p>
      </dgm:t>
    </dgm:pt>
    <dgm:pt modelId="{BCBDF74F-7740-4DF7-8133-E2A6878D35AF}" type="sibTrans" cxnId="{686CDADA-477E-4C52-9A71-BC2D823C423F}">
      <dgm:prSet/>
      <dgm:spPr/>
      <dgm:t>
        <a:bodyPr/>
        <a:lstStyle/>
        <a:p>
          <a:endParaRPr lang="en-US"/>
        </a:p>
      </dgm:t>
    </dgm:pt>
    <dgm:pt modelId="{3EC8F7CE-DA64-4062-8738-AEC467EBA89A}">
      <dgm:prSet/>
      <dgm:spPr/>
      <dgm:t>
        <a:bodyPr/>
        <a:lstStyle/>
        <a:p>
          <a:pPr>
            <a:lnSpc>
              <a:spcPct val="100000"/>
            </a:lnSpc>
          </a:pPr>
          <a:r>
            <a:rPr lang="en-US"/>
            <a:t>Preprocessing </a:t>
          </a:r>
          <a:endParaRPr lang="en-US" dirty="0"/>
        </a:p>
      </dgm:t>
    </dgm:pt>
    <dgm:pt modelId="{BAF10542-87D6-410D-AB5C-6A83C5DF810C}" type="parTrans" cxnId="{306BDD0C-DC4D-45FE-944D-F7AAAAE64E9D}">
      <dgm:prSet/>
      <dgm:spPr/>
      <dgm:t>
        <a:bodyPr/>
        <a:lstStyle/>
        <a:p>
          <a:endParaRPr lang="en-US"/>
        </a:p>
      </dgm:t>
    </dgm:pt>
    <dgm:pt modelId="{6CA96AC8-6110-4DA3-BC95-D0E3A7FB5F4A}" type="sibTrans" cxnId="{306BDD0C-DC4D-45FE-944D-F7AAAAE64E9D}">
      <dgm:prSet/>
      <dgm:spPr/>
      <dgm:t>
        <a:bodyPr/>
        <a:lstStyle/>
        <a:p>
          <a:endParaRPr lang="en-US"/>
        </a:p>
      </dgm:t>
    </dgm:pt>
    <dgm:pt modelId="{C3A4F124-D451-4656-B3F7-937EF28A67F8}">
      <dgm:prSet/>
      <dgm:spPr/>
      <dgm:t>
        <a:bodyPr/>
        <a:lstStyle/>
        <a:p>
          <a:pPr>
            <a:lnSpc>
              <a:spcPct val="100000"/>
            </a:lnSpc>
          </a:pPr>
          <a:r>
            <a:rPr lang="en-US" b="0"/>
            <a:t>Feature Engineering</a:t>
          </a:r>
          <a:endParaRPr lang="en-US" b="0" dirty="0"/>
        </a:p>
      </dgm:t>
    </dgm:pt>
    <dgm:pt modelId="{6EABB3AA-E812-433D-9D3D-FECDEDA3F6CB}" type="parTrans" cxnId="{3CB55B36-7851-4301-ADBB-965956C75188}">
      <dgm:prSet/>
      <dgm:spPr/>
      <dgm:t>
        <a:bodyPr/>
        <a:lstStyle/>
        <a:p>
          <a:endParaRPr lang="en-US"/>
        </a:p>
      </dgm:t>
    </dgm:pt>
    <dgm:pt modelId="{E81F0680-34D6-464D-81D1-B34E06936090}" type="sibTrans" cxnId="{3CB55B36-7851-4301-ADBB-965956C75188}">
      <dgm:prSet/>
      <dgm:spPr/>
      <dgm:t>
        <a:bodyPr/>
        <a:lstStyle/>
        <a:p>
          <a:endParaRPr lang="en-US"/>
        </a:p>
      </dgm:t>
    </dgm:pt>
    <dgm:pt modelId="{A598CC6C-49BE-4060-AD56-CE987DDDC9BB}">
      <dgm:prSet/>
      <dgm:spPr/>
      <dgm:t>
        <a:bodyPr/>
        <a:lstStyle/>
        <a:p>
          <a:pPr>
            <a:lnSpc>
              <a:spcPct val="100000"/>
            </a:lnSpc>
          </a:pPr>
          <a:r>
            <a:rPr lang="en-US" b="0"/>
            <a:t>Duplicate Records</a:t>
          </a:r>
          <a:endParaRPr lang="en-US" b="0" dirty="0"/>
        </a:p>
      </dgm:t>
    </dgm:pt>
    <dgm:pt modelId="{3D3408CD-7542-40EE-9AD6-16EC7D16C8FC}" type="parTrans" cxnId="{E1EE3B79-41DE-4BB6-AD61-73BFAE34B41F}">
      <dgm:prSet/>
      <dgm:spPr/>
      <dgm:t>
        <a:bodyPr/>
        <a:lstStyle/>
        <a:p>
          <a:endParaRPr lang="en-US"/>
        </a:p>
      </dgm:t>
    </dgm:pt>
    <dgm:pt modelId="{00C7ECBC-131C-4ED4-B6FD-D256A617F122}" type="sibTrans" cxnId="{E1EE3B79-41DE-4BB6-AD61-73BFAE34B41F}">
      <dgm:prSet/>
      <dgm:spPr/>
      <dgm:t>
        <a:bodyPr/>
        <a:lstStyle/>
        <a:p>
          <a:endParaRPr lang="en-US"/>
        </a:p>
      </dgm:t>
    </dgm:pt>
    <dgm:pt modelId="{BD06D5ED-BE20-423C-9BF1-73B7C90D0F2B}">
      <dgm:prSet/>
      <dgm:spPr/>
      <dgm:t>
        <a:bodyPr/>
        <a:lstStyle/>
        <a:p>
          <a:pPr>
            <a:lnSpc>
              <a:spcPct val="100000"/>
            </a:lnSpc>
          </a:pPr>
          <a:r>
            <a:rPr lang="en-US" b="0"/>
            <a:t>Missing Records</a:t>
          </a:r>
          <a:endParaRPr lang="en-US" b="0" dirty="0"/>
        </a:p>
      </dgm:t>
    </dgm:pt>
    <dgm:pt modelId="{632932EE-E609-472A-9E1E-6ED4148B07F1}" type="parTrans" cxnId="{0CB5D562-8B87-4FC2-AA1E-E0A4F53A30C3}">
      <dgm:prSet/>
      <dgm:spPr/>
      <dgm:t>
        <a:bodyPr/>
        <a:lstStyle/>
        <a:p>
          <a:endParaRPr lang="en-US"/>
        </a:p>
      </dgm:t>
    </dgm:pt>
    <dgm:pt modelId="{D9079DDA-6D6D-499F-8BCC-4039A837933D}" type="sibTrans" cxnId="{0CB5D562-8B87-4FC2-AA1E-E0A4F53A30C3}">
      <dgm:prSet/>
      <dgm:spPr/>
      <dgm:t>
        <a:bodyPr/>
        <a:lstStyle/>
        <a:p>
          <a:endParaRPr lang="en-US"/>
        </a:p>
      </dgm:t>
    </dgm:pt>
    <dgm:pt modelId="{7A33F249-24DF-49D7-865E-A9311A47A20C}">
      <dgm:prSet/>
      <dgm:spPr/>
      <dgm:t>
        <a:bodyPr/>
        <a:lstStyle/>
        <a:p>
          <a:pPr>
            <a:lnSpc>
              <a:spcPct val="100000"/>
            </a:lnSpc>
          </a:pPr>
          <a:r>
            <a:rPr lang="en-US" b="0"/>
            <a:t>Handling Missing values</a:t>
          </a:r>
          <a:endParaRPr lang="en-US" b="0" dirty="0"/>
        </a:p>
      </dgm:t>
    </dgm:pt>
    <dgm:pt modelId="{7C755944-7604-49A6-8F97-DBCE68FEF4B2}" type="parTrans" cxnId="{76321BEE-CEE4-4784-857F-0430EDD745A1}">
      <dgm:prSet/>
      <dgm:spPr/>
      <dgm:t>
        <a:bodyPr/>
        <a:lstStyle/>
        <a:p>
          <a:endParaRPr lang="en-US"/>
        </a:p>
      </dgm:t>
    </dgm:pt>
    <dgm:pt modelId="{0B29CF1A-70E0-4D2E-9E9D-D44C01EDD343}" type="sibTrans" cxnId="{76321BEE-CEE4-4784-857F-0430EDD745A1}">
      <dgm:prSet/>
      <dgm:spPr/>
      <dgm:t>
        <a:bodyPr/>
        <a:lstStyle/>
        <a:p>
          <a:endParaRPr lang="en-US"/>
        </a:p>
      </dgm:t>
    </dgm:pt>
    <dgm:pt modelId="{E2214FCB-ADDB-425E-BD68-E9EA889A1DA3}">
      <dgm:prSet/>
      <dgm:spPr/>
      <dgm:t>
        <a:bodyPr/>
        <a:lstStyle/>
        <a:p>
          <a:pPr>
            <a:lnSpc>
              <a:spcPct val="100000"/>
            </a:lnSpc>
          </a:pPr>
          <a:r>
            <a:rPr lang="en-US" b="0"/>
            <a:t>Stationary</a:t>
          </a:r>
          <a:endParaRPr lang="en-US" b="0" dirty="0"/>
        </a:p>
      </dgm:t>
    </dgm:pt>
    <dgm:pt modelId="{3C37A70D-0CC2-44C9-BC88-2436C2FF329E}" type="parTrans" cxnId="{9A01E386-7B03-4945-B6A8-86BF7A2A63D5}">
      <dgm:prSet/>
      <dgm:spPr/>
      <dgm:t>
        <a:bodyPr/>
        <a:lstStyle/>
        <a:p>
          <a:endParaRPr lang="en-US"/>
        </a:p>
      </dgm:t>
    </dgm:pt>
    <dgm:pt modelId="{401CDD1E-8EEB-4659-B965-6C58F3164F62}" type="sibTrans" cxnId="{9A01E386-7B03-4945-B6A8-86BF7A2A63D5}">
      <dgm:prSet/>
      <dgm:spPr/>
      <dgm:t>
        <a:bodyPr/>
        <a:lstStyle/>
        <a:p>
          <a:endParaRPr lang="en-US"/>
        </a:p>
      </dgm:t>
    </dgm:pt>
    <dgm:pt modelId="{2DD0EEC8-F169-43C5-8C22-519FA7573CED}">
      <dgm:prSet/>
      <dgm:spPr/>
      <dgm:t>
        <a:bodyPr/>
        <a:lstStyle/>
        <a:p>
          <a:pPr>
            <a:lnSpc>
              <a:spcPct val="100000"/>
            </a:lnSpc>
          </a:pPr>
          <a:r>
            <a:rPr lang="en-US"/>
            <a:t>Assumptions</a:t>
          </a:r>
          <a:endParaRPr lang="en-US" dirty="0"/>
        </a:p>
      </dgm:t>
    </dgm:pt>
    <dgm:pt modelId="{7B8ECAB7-693A-493F-8D32-511010EC45F6}" type="parTrans" cxnId="{6C159947-66D3-4A84-9B97-0557491C1DC7}">
      <dgm:prSet/>
      <dgm:spPr/>
      <dgm:t>
        <a:bodyPr/>
        <a:lstStyle/>
        <a:p>
          <a:endParaRPr lang="en-US"/>
        </a:p>
      </dgm:t>
    </dgm:pt>
    <dgm:pt modelId="{3489D09B-7BBB-42E8-A8FF-089F84717589}" type="sibTrans" cxnId="{6C159947-66D3-4A84-9B97-0557491C1DC7}">
      <dgm:prSet/>
      <dgm:spPr/>
      <dgm:t>
        <a:bodyPr/>
        <a:lstStyle/>
        <a:p>
          <a:endParaRPr lang="en-US"/>
        </a:p>
      </dgm:t>
    </dgm:pt>
    <dgm:pt modelId="{E7713D52-857B-46B6-B5C6-7482B8CDE7D3}">
      <dgm:prSet/>
      <dgm:spPr/>
      <dgm:t>
        <a:bodyPr/>
        <a:lstStyle/>
        <a:p>
          <a:pPr>
            <a:lnSpc>
              <a:spcPct val="100000"/>
            </a:lnSpc>
          </a:pPr>
          <a:r>
            <a:rPr lang="en-US"/>
            <a:t>Feature Scaling</a:t>
          </a:r>
          <a:endParaRPr lang="en-US" dirty="0"/>
        </a:p>
      </dgm:t>
    </dgm:pt>
    <dgm:pt modelId="{708D19B6-42DC-4309-9023-158D0F3FB244}" type="parTrans" cxnId="{A97404FB-88AF-4B92-8BE8-EE256882F7D3}">
      <dgm:prSet/>
      <dgm:spPr/>
      <dgm:t>
        <a:bodyPr/>
        <a:lstStyle/>
        <a:p>
          <a:endParaRPr lang="en-US"/>
        </a:p>
      </dgm:t>
    </dgm:pt>
    <dgm:pt modelId="{D7F4B57B-CEFA-46E1-9484-1016D34646B9}" type="sibTrans" cxnId="{A97404FB-88AF-4B92-8BE8-EE256882F7D3}">
      <dgm:prSet/>
      <dgm:spPr/>
      <dgm:t>
        <a:bodyPr/>
        <a:lstStyle/>
        <a:p>
          <a:endParaRPr lang="en-US"/>
        </a:p>
      </dgm:t>
    </dgm:pt>
    <dgm:pt modelId="{3C1178C7-BE0E-4F28-B1DD-13F4ADA39EBC}">
      <dgm:prSet/>
      <dgm:spPr/>
      <dgm:t>
        <a:bodyPr/>
        <a:lstStyle/>
        <a:p>
          <a:pPr>
            <a:lnSpc>
              <a:spcPct val="100000"/>
            </a:lnSpc>
          </a:pPr>
          <a:r>
            <a:rPr lang="en-US"/>
            <a:t>Modelling</a:t>
          </a:r>
          <a:endParaRPr lang="en-US" dirty="0"/>
        </a:p>
      </dgm:t>
    </dgm:pt>
    <dgm:pt modelId="{4C193E9B-E266-497E-AC49-E8609BC11A70}" type="parTrans" cxnId="{4B4447FD-C20B-4036-BB42-69579315D1A2}">
      <dgm:prSet/>
      <dgm:spPr/>
      <dgm:t>
        <a:bodyPr/>
        <a:lstStyle/>
        <a:p>
          <a:endParaRPr lang="en-US"/>
        </a:p>
      </dgm:t>
    </dgm:pt>
    <dgm:pt modelId="{2045FD1D-5120-4CB4-B359-440A957B28DA}" type="sibTrans" cxnId="{4B4447FD-C20B-4036-BB42-69579315D1A2}">
      <dgm:prSet/>
      <dgm:spPr/>
      <dgm:t>
        <a:bodyPr/>
        <a:lstStyle/>
        <a:p>
          <a:endParaRPr lang="en-US"/>
        </a:p>
      </dgm:t>
    </dgm:pt>
    <dgm:pt modelId="{318C13B8-3E5F-4A9B-9C5E-107A67FC951B}">
      <dgm:prSet/>
      <dgm:spPr/>
      <dgm:t>
        <a:bodyPr/>
        <a:lstStyle/>
        <a:p>
          <a:pPr>
            <a:lnSpc>
              <a:spcPct val="100000"/>
            </a:lnSpc>
          </a:pPr>
          <a:r>
            <a:rPr lang="en-US"/>
            <a:t>Energy Surface</a:t>
          </a:r>
          <a:endParaRPr lang="en-US" dirty="0"/>
        </a:p>
      </dgm:t>
    </dgm:pt>
    <dgm:pt modelId="{D4356942-F712-41B2-ADA2-B22805C27988}" type="parTrans" cxnId="{A5EC08B0-19AD-401E-9C96-BA19DFAB11AE}">
      <dgm:prSet/>
      <dgm:spPr/>
      <dgm:t>
        <a:bodyPr/>
        <a:lstStyle/>
        <a:p>
          <a:endParaRPr lang="en-IN"/>
        </a:p>
      </dgm:t>
    </dgm:pt>
    <dgm:pt modelId="{CF0C1B7D-28E1-46DC-B876-633325CFFDCD}" type="sibTrans" cxnId="{A5EC08B0-19AD-401E-9C96-BA19DFAB11AE}">
      <dgm:prSet/>
      <dgm:spPr/>
      <dgm:t>
        <a:bodyPr/>
        <a:lstStyle/>
        <a:p>
          <a:endParaRPr lang="en-IN"/>
        </a:p>
      </dgm:t>
    </dgm:pt>
    <dgm:pt modelId="{42B630DE-1551-41DE-AA0B-77A9A17D1ABB}">
      <dgm:prSet/>
      <dgm:spPr/>
      <dgm:t>
        <a:bodyPr/>
        <a:lstStyle/>
        <a:p>
          <a:pPr>
            <a:lnSpc>
              <a:spcPct val="100000"/>
            </a:lnSpc>
          </a:pPr>
          <a:r>
            <a:rPr lang="en-US" dirty="0"/>
            <a:t>Introduction</a:t>
          </a:r>
        </a:p>
      </dgm:t>
    </dgm:pt>
    <dgm:pt modelId="{C9D1EACA-ECC2-48F1-A845-B642BE026CB1}" type="parTrans" cxnId="{79A60F18-0856-43EE-9838-6855918F8A8D}">
      <dgm:prSet/>
      <dgm:spPr/>
      <dgm:t>
        <a:bodyPr/>
        <a:lstStyle/>
        <a:p>
          <a:endParaRPr lang="en-IN"/>
        </a:p>
      </dgm:t>
    </dgm:pt>
    <dgm:pt modelId="{EDF9564E-5A56-4825-80CE-F29427B70080}" type="sibTrans" cxnId="{79A60F18-0856-43EE-9838-6855918F8A8D}">
      <dgm:prSet/>
      <dgm:spPr/>
      <dgm:t>
        <a:bodyPr/>
        <a:lstStyle/>
        <a:p>
          <a:endParaRPr lang="en-IN"/>
        </a:p>
      </dgm:t>
    </dgm:pt>
    <dgm:pt modelId="{9FB85AEE-000D-4658-8A96-270F47360F3F}" type="pres">
      <dgm:prSet presAssocID="{D2BEF6FC-DBDC-4479-9680-52409848E8DA}" presName="root" presStyleCnt="0">
        <dgm:presLayoutVars>
          <dgm:dir/>
          <dgm:resizeHandles val="exact"/>
        </dgm:presLayoutVars>
      </dgm:prSet>
      <dgm:spPr/>
    </dgm:pt>
    <dgm:pt modelId="{1E1FDBCB-2F70-41F6-8E93-8E076A9DCD97}" type="pres">
      <dgm:prSet presAssocID="{42B630DE-1551-41DE-AA0B-77A9A17D1ABB}" presName="compNode" presStyleCnt="0"/>
      <dgm:spPr/>
    </dgm:pt>
    <dgm:pt modelId="{9F21AFD0-C5EF-4469-9B54-80AF59DAB15E}" type="pres">
      <dgm:prSet presAssocID="{42B630DE-1551-41DE-AA0B-77A9A17D1ABB}" presName="bgRect" presStyleLbl="bgShp" presStyleIdx="0" presStyleCnt="7"/>
      <dgm:spPr/>
    </dgm:pt>
    <dgm:pt modelId="{D0EEC79D-E5B3-463D-B272-4272C9275C15}" type="pres">
      <dgm:prSet presAssocID="{42B630DE-1551-41DE-AA0B-77A9A17D1ABB}" presName="iconRect" presStyleLbl="node1" presStyleIdx="0" presStyleCnt="7"/>
      <dgm:spPr/>
    </dgm:pt>
    <dgm:pt modelId="{BABCFA27-69D2-47C9-A258-6C38DE250801}" type="pres">
      <dgm:prSet presAssocID="{42B630DE-1551-41DE-AA0B-77A9A17D1ABB}" presName="spaceRect" presStyleCnt="0"/>
      <dgm:spPr/>
    </dgm:pt>
    <dgm:pt modelId="{2E706F71-9FB3-4BFC-9395-5FDA76A7590F}" type="pres">
      <dgm:prSet presAssocID="{42B630DE-1551-41DE-AA0B-77A9A17D1ABB}" presName="parTx" presStyleLbl="revTx" presStyleIdx="0" presStyleCnt="8">
        <dgm:presLayoutVars>
          <dgm:chMax val="0"/>
          <dgm:chPref val="0"/>
        </dgm:presLayoutVars>
      </dgm:prSet>
      <dgm:spPr/>
    </dgm:pt>
    <dgm:pt modelId="{B95B6FE6-E284-49B8-8EFB-4F3336902A3F}" type="pres">
      <dgm:prSet presAssocID="{EDF9564E-5A56-4825-80CE-F29427B70080}" presName="sibTrans" presStyleCnt="0"/>
      <dgm:spPr/>
    </dgm:pt>
    <dgm:pt modelId="{AD2FBD1C-BFBC-45D7-ADC0-DBDD2201BD3D}" type="pres">
      <dgm:prSet presAssocID="{44977080-D1CA-46BC-89E1-DC4A19B5D6C8}" presName="compNode" presStyleCnt="0"/>
      <dgm:spPr/>
    </dgm:pt>
    <dgm:pt modelId="{09A6D803-61CF-4654-90B6-DCB9F909CA50}" type="pres">
      <dgm:prSet presAssocID="{44977080-D1CA-46BC-89E1-DC4A19B5D6C8}" presName="bgRect" presStyleLbl="bgShp" presStyleIdx="1" presStyleCnt="7"/>
      <dgm:spPr/>
    </dgm:pt>
    <dgm:pt modelId="{8C865A07-6F88-4E47-9695-FACF08743945}" type="pres">
      <dgm:prSet presAssocID="{44977080-D1CA-46BC-89E1-DC4A19B5D6C8}" presName="iconRect" presStyleLbl="node1" presStyleIdx="1"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r chart"/>
        </a:ext>
      </dgm:extLst>
    </dgm:pt>
    <dgm:pt modelId="{B98F1F32-81CD-4B6D-BFD2-D36D18BC4001}" type="pres">
      <dgm:prSet presAssocID="{44977080-D1CA-46BC-89E1-DC4A19B5D6C8}" presName="spaceRect" presStyleCnt="0"/>
      <dgm:spPr/>
    </dgm:pt>
    <dgm:pt modelId="{AD085408-818F-435F-9334-90D6D16027A1}" type="pres">
      <dgm:prSet presAssocID="{44977080-D1CA-46BC-89E1-DC4A19B5D6C8}" presName="parTx" presStyleLbl="revTx" presStyleIdx="1" presStyleCnt="8">
        <dgm:presLayoutVars>
          <dgm:chMax val="0"/>
          <dgm:chPref val="0"/>
        </dgm:presLayoutVars>
      </dgm:prSet>
      <dgm:spPr/>
    </dgm:pt>
    <dgm:pt modelId="{6F85544E-A8EF-4527-B29E-A0A71429AEFF}" type="pres">
      <dgm:prSet presAssocID="{BCBDF74F-7740-4DF7-8133-E2A6878D35AF}" presName="sibTrans" presStyleCnt="0"/>
      <dgm:spPr/>
    </dgm:pt>
    <dgm:pt modelId="{ADC2304F-C62E-457A-8E52-13D1F4904FF6}" type="pres">
      <dgm:prSet presAssocID="{3EC8F7CE-DA64-4062-8738-AEC467EBA89A}" presName="compNode" presStyleCnt="0"/>
      <dgm:spPr/>
    </dgm:pt>
    <dgm:pt modelId="{CA4040E1-5034-4111-AD0F-FD59F7264D30}" type="pres">
      <dgm:prSet presAssocID="{3EC8F7CE-DA64-4062-8738-AEC467EBA89A}" presName="bgRect" presStyleLbl="bgShp" presStyleIdx="2" presStyleCnt="7"/>
      <dgm:spPr/>
    </dgm:pt>
    <dgm:pt modelId="{2EFCF46F-63D6-45CE-AD5D-21B0F81BDD81}" type="pres">
      <dgm:prSet presAssocID="{3EC8F7CE-DA64-4062-8738-AEC467EBA89A}" presName="iconRect" presStyleLbl="node1" presStyleIdx="2"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cument"/>
        </a:ext>
      </dgm:extLst>
    </dgm:pt>
    <dgm:pt modelId="{E5616FB8-98FB-46B8-8C54-B70A37C95330}" type="pres">
      <dgm:prSet presAssocID="{3EC8F7CE-DA64-4062-8738-AEC467EBA89A}" presName="spaceRect" presStyleCnt="0"/>
      <dgm:spPr/>
    </dgm:pt>
    <dgm:pt modelId="{93C4BA95-6A63-48E4-8E58-3B101CFB6733}" type="pres">
      <dgm:prSet presAssocID="{3EC8F7CE-DA64-4062-8738-AEC467EBA89A}" presName="parTx" presStyleLbl="revTx" presStyleIdx="2" presStyleCnt="8">
        <dgm:presLayoutVars>
          <dgm:chMax val="0"/>
          <dgm:chPref val="0"/>
        </dgm:presLayoutVars>
      </dgm:prSet>
      <dgm:spPr/>
    </dgm:pt>
    <dgm:pt modelId="{687CF2B6-3157-4819-9730-4310FD9C816E}" type="pres">
      <dgm:prSet presAssocID="{3EC8F7CE-DA64-4062-8738-AEC467EBA89A}" presName="desTx" presStyleLbl="revTx" presStyleIdx="3" presStyleCnt="8">
        <dgm:presLayoutVars/>
      </dgm:prSet>
      <dgm:spPr/>
    </dgm:pt>
    <dgm:pt modelId="{AB5FE1ED-2868-4046-B418-64D1BD0A70C6}" type="pres">
      <dgm:prSet presAssocID="{6CA96AC8-6110-4DA3-BC95-D0E3A7FB5F4A}" presName="sibTrans" presStyleCnt="0"/>
      <dgm:spPr/>
    </dgm:pt>
    <dgm:pt modelId="{B29AF3F8-5A2F-4675-9CB9-2649071C435F}" type="pres">
      <dgm:prSet presAssocID="{2DD0EEC8-F169-43C5-8C22-519FA7573CED}" presName="compNode" presStyleCnt="0"/>
      <dgm:spPr/>
    </dgm:pt>
    <dgm:pt modelId="{FB5D5A03-7AA5-4869-8588-89D23F480846}" type="pres">
      <dgm:prSet presAssocID="{2DD0EEC8-F169-43C5-8C22-519FA7573CED}" presName="bgRect" presStyleLbl="bgShp" presStyleIdx="3" presStyleCnt="7"/>
      <dgm:spPr/>
    </dgm:pt>
    <dgm:pt modelId="{3B76416B-C63F-48E6-92C8-CBA7C97EED72}" type="pres">
      <dgm:prSet presAssocID="{2DD0EEC8-F169-43C5-8C22-519FA7573CED}" presName="iconRect" presStyleLbl="node1" presStyleIdx="3"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5CCBA4B8-E9FE-40D4-BED2-F2B6C467449B}" type="pres">
      <dgm:prSet presAssocID="{2DD0EEC8-F169-43C5-8C22-519FA7573CED}" presName="spaceRect" presStyleCnt="0"/>
      <dgm:spPr/>
    </dgm:pt>
    <dgm:pt modelId="{8F51EC9C-F245-4865-983C-742613E1642A}" type="pres">
      <dgm:prSet presAssocID="{2DD0EEC8-F169-43C5-8C22-519FA7573CED}" presName="parTx" presStyleLbl="revTx" presStyleIdx="4" presStyleCnt="8">
        <dgm:presLayoutVars>
          <dgm:chMax val="0"/>
          <dgm:chPref val="0"/>
        </dgm:presLayoutVars>
      </dgm:prSet>
      <dgm:spPr/>
    </dgm:pt>
    <dgm:pt modelId="{58DC9B81-1889-4EAB-B199-F7AC02E3CD1C}" type="pres">
      <dgm:prSet presAssocID="{3489D09B-7BBB-42E8-A8FF-089F84717589}" presName="sibTrans" presStyleCnt="0"/>
      <dgm:spPr/>
    </dgm:pt>
    <dgm:pt modelId="{BB718F13-3A94-4424-9148-BDA8593C6D34}" type="pres">
      <dgm:prSet presAssocID="{E7713D52-857B-46B6-B5C6-7482B8CDE7D3}" presName="compNode" presStyleCnt="0"/>
      <dgm:spPr/>
    </dgm:pt>
    <dgm:pt modelId="{4C8F33BA-866B-4CAF-A8B1-E2386352A377}" type="pres">
      <dgm:prSet presAssocID="{E7713D52-857B-46B6-B5C6-7482B8CDE7D3}" presName="bgRect" presStyleLbl="bgShp" presStyleIdx="4" presStyleCnt="7"/>
      <dgm:spPr/>
    </dgm:pt>
    <dgm:pt modelId="{159B926F-689A-4382-8395-3F329E2EC1CB}" type="pres">
      <dgm:prSet presAssocID="{E7713D52-857B-46B6-B5C6-7482B8CDE7D3}" presName="iconRect" presStyleLbl="node1" presStyleIdx="4"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ears"/>
        </a:ext>
      </dgm:extLst>
    </dgm:pt>
    <dgm:pt modelId="{DC190B88-A182-4B6F-8A9C-0746EF2FFE4A}" type="pres">
      <dgm:prSet presAssocID="{E7713D52-857B-46B6-B5C6-7482B8CDE7D3}" presName="spaceRect" presStyleCnt="0"/>
      <dgm:spPr/>
    </dgm:pt>
    <dgm:pt modelId="{A860DE69-4B85-42A0-8285-5F71C276342F}" type="pres">
      <dgm:prSet presAssocID="{E7713D52-857B-46B6-B5C6-7482B8CDE7D3}" presName="parTx" presStyleLbl="revTx" presStyleIdx="5" presStyleCnt="8">
        <dgm:presLayoutVars>
          <dgm:chMax val="0"/>
          <dgm:chPref val="0"/>
        </dgm:presLayoutVars>
      </dgm:prSet>
      <dgm:spPr/>
    </dgm:pt>
    <dgm:pt modelId="{31FB30C5-0D6E-4D94-81FA-0683EAF93FD9}" type="pres">
      <dgm:prSet presAssocID="{D7F4B57B-CEFA-46E1-9484-1016D34646B9}" presName="sibTrans" presStyleCnt="0"/>
      <dgm:spPr/>
    </dgm:pt>
    <dgm:pt modelId="{BFA626EA-718E-40AE-88D3-84770C6B9AF1}" type="pres">
      <dgm:prSet presAssocID="{3C1178C7-BE0E-4F28-B1DD-13F4ADA39EBC}" presName="compNode" presStyleCnt="0"/>
      <dgm:spPr/>
    </dgm:pt>
    <dgm:pt modelId="{C37A964E-A4EA-4EAA-9C55-213425023320}" type="pres">
      <dgm:prSet presAssocID="{3C1178C7-BE0E-4F28-B1DD-13F4ADA39EBC}" presName="bgRect" presStyleLbl="bgShp" presStyleIdx="5" presStyleCnt="7"/>
      <dgm:spPr/>
    </dgm:pt>
    <dgm:pt modelId="{AA748CB3-282E-47CA-A49F-CFFCDA6529E9}" type="pres">
      <dgm:prSet presAssocID="{3C1178C7-BE0E-4F28-B1DD-13F4ADA39EBC}" presName="iconRect" presStyleLbl="node1" presStyleIdx="5"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Head with Gears"/>
        </a:ext>
      </dgm:extLst>
    </dgm:pt>
    <dgm:pt modelId="{3DCD72F7-3D8C-4A06-AB97-243C2C5F7DBC}" type="pres">
      <dgm:prSet presAssocID="{3C1178C7-BE0E-4F28-B1DD-13F4ADA39EBC}" presName="spaceRect" presStyleCnt="0"/>
      <dgm:spPr/>
    </dgm:pt>
    <dgm:pt modelId="{423BDB25-4E56-4803-B78C-32053DED9C8A}" type="pres">
      <dgm:prSet presAssocID="{3C1178C7-BE0E-4F28-B1DD-13F4ADA39EBC}" presName="parTx" presStyleLbl="revTx" presStyleIdx="6" presStyleCnt="8">
        <dgm:presLayoutVars>
          <dgm:chMax val="0"/>
          <dgm:chPref val="0"/>
        </dgm:presLayoutVars>
      </dgm:prSet>
      <dgm:spPr/>
    </dgm:pt>
    <dgm:pt modelId="{7AE78998-A0BD-4C4B-9189-F366651D2273}" type="pres">
      <dgm:prSet presAssocID="{2045FD1D-5120-4CB4-B359-440A957B28DA}" presName="sibTrans" presStyleCnt="0"/>
      <dgm:spPr/>
    </dgm:pt>
    <dgm:pt modelId="{3101EF8E-2057-45E2-8193-0EF3F1510583}" type="pres">
      <dgm:prSet presAssocID="{318C13B8-3E5F-4A9B-9C5E-107A67FC951B}" presName="compNode" presStyleCnt="0"/>
      <dgm:spPr/>
    </dgm:pt>
    <dgm:pt modelId="{26A147F5-2441-46F8-8295-8CDDCA1EE5DA}" type="pres">
      <dgm:prSet presAssocID="{318C13B8-3E5F-4A9B-9C5E-107A67FC951B}" presName="bgRect" presStyleLbl="bgShp" presStyleIdx="6" presStyleCnt="7"/>
      <dgm:spPr/>
    </dgm:pt>
    <dgm:pt modelId="{1FF1057F-16E5-4AB8-A457-711BDEC3E3DD}" type="pres">
      <dgm:prSet presAssocID="{318C13B8-3E5F-4A9B-9C5E-107A67FC951B}" presName="iconRect" presStyleLbl="node1" presStyleIdx="6" presStyleCnt="7"/>
      <dgm:spPr/>
    </dgm:pt>
    <dgm:pt modelId="{CEB45997-F713-4501-8DBD-8A2DF1D6831A}" type="pres">
      <dgm:prSet presAssocID="{318C13B8-3E5F-4A9B-9C5E-107A67FC951B}" presName="spaceRect" presStyleCnt="0"/>
      <dgm:spPr/>
    </dgm:pt>
    <dgm:pt modelId="{F68E89BF-BC63-436D-A973-A5B3FCD59FCF}" type="pres">
      <dgm:prSet presAssocID="{318C13B8-3E5F-4A9B-9C5E-107A67FC951B}" presName="parTx" presStyleLbl="revTx" presStyleIdx="7" presStyleCnt="8">
        <dgm:presLayoutVars>
          <dgm:chMax val="0"/>
          <dgm:chPref val="0"/>
        </dgm:presLayoutVars>
      </dgm:prSet>
      <dgm:spPr/>
    </dgm:pt>
  </dgm:ptLst>
  <dgm:cxnLst>
    <dgm:cxn modelId="{1D662600-B31A-45AF-83BE-15FA9C38D333}" type="presOf" srcId="{A598CC6C-49BE-4060-AD56-CE987DDDC9BB}" destId="{687CF2B6-3157-4819-9730-4310FD9C816E}" srcOrd="0" destOrd="1" presId="urn:microsoft.com/office/officeart/2018/2/layout/IconVerticalSolidList"/>
    <dgm:cxn modelId="{306BDD0C-DC4D-45FE-944D-F7AAAAE64E9D}" srcId="{D2BEF6FC-DBDC-4479-9680-52409848E8DA}" destId="{3EC8F7CE-DA64-4062-8738-AEC467EBA89A}" srcOrd="2" destOrd="0" parTransId="{BAF10542-87D6-410D-AB5C-6A83C5DF810C}" sibTransId="{6CA96AC8-6110-4DA3-BC95-D0E3A7FB5F4A}"/>
    <dgm:cxn modelId="{79A60F18-0856-43EE-9838-6855918F8A8D}" srcId="{D2BEF6FC-DBDC-4479-9680-52409848E8DA}" destId="{42B630DE-1551-41DE-AA0B-77A9A17D1ABB}" srcOrd="0" destOrd="0" parTransId="{C9D1EACA-ECC2-48F1-A845-B642BE026CB1}" sibTransId="{EDF9564E-5A56-4825-80CE-F29427B70080}"/>
    <dgm:cxn modelId="{F2EB8D1D-C3D7-4177-97D7-E4CCD39A22F7}" type="presOf" srcId="{318C13B8-3E5F-4A9B-9C5E-107A67FC951B}" destId="{F68E89BF-BC63-436D-A973-A5B3FCD59FCF}" srcOrd="0" destOrd="0" presId="urn:microsoft.com/office/officeart/2018/2/layout/IconVerticalSolidList"/>
    <dgm:cxn modelId="{3CB55B36-7851-4301-ADBB-965956C75188}" srcId="{3EC8F7CE-DA64-4062-8738-AEC467EBA89A}" destId="{C3A4F124-D451-4656-B3F7-937EF28A67F8}" srcOrd="0" destOrd="0" parTransId="{6EABB3AA-E812-433D-9D3D-FECDEDA3F6CB}" sibTransId="{E81F0680-34D6-464D-81D1-B34E06936090}"/>
    <dgm:cxn modelId="{C3BE4E3E-82FE-41DA-8087-483E1E36CE5D}" type="presOf" srcId="{BD06D5ED-BE20-423C-9BF1-73B7C90D0F2B}" destId="{687CF2B6-3157-4819-9730-4310FD9C816E}" srcOrd="0" destOrd="2" presId="urn:microsoft.com/office/officeart/2018/2/layout/IconVerticalSolidList"/>
    <dgm:cxn modelId="{0CB5D562-8B87-4FC2-AA1E-E0A4F53A30C3}" srcId="{3EC8F7CE-DA64-4062-8738-AEC467EBA89A}" destId="{BD06D5ED-BE20-423C-9BF1-73B7C90D0F2B}" srcOrd="2" destOrd="0" parTransId="{632932EE-E609-472A-9E1E-6ED4148B07F1}" sibTransId="{D9079DDA-6D6D-499F-8BCC-4039A837933D}"/>
    <dgm:cxn modelId="{6C159947-66D3-4A84-9B97-0557491C1DC7}" srcId="{D2BEF6FC-DBDC-4479-9680-52409848E8DA}" destId="{2DD0EEC8-F169-43C5-8C22-519FA7573CED}" srcOrd="3" destOrd="0" parTransId="{7B8ECAB7-693A-493F-8D32-511010EC45F6}" sibTransId="{3489D09B-7BBB-42E8-A8FF-089F84717589}"/>
    <dgm:cxn modelId="{58CE4E75-DDAD-4675-B45E-6E91063A2C6D}" type="presOf" srcId="{44977080-D1CA-46BC-89E1-DC4A19B5D6C8}" destId="{AD085408-818F-435F-9334-90D6D16027A1}" srcOrd="0" destOrd="0" presId="urn:microsoft.com/office/officeart/2018/2/layout/IconVerticalSolidList"/>
    <dgm:cxn modelId="{E1EE3B79-41DE-4BB6-AD61-73BFAE34B41F}" srcId="{3EC8F7CE-DA64-4062-8738-AEC467EBA89A}" destId="{A598CC6C-49BE-4060-AD56-CE987DDDC9BB}" srcOrd="1" destOrd="0" parTransId="{3D3408CD-7542-40EE-9AD6-16EC7D16C8FC}" sibTransId="{00C7ECBC-131C-4ED4-B6FD-D256A617F122}"/>
    <dgm:cxn modelId="{148E427C-6A04-4801-9B04-4177FA45CBED}" type="presOf" srcId="{2DD0EEC8-F169-43C5-8C22-519FA7573CED}" destId="{8F51EC9C-F245-4865-983C-742613E1642A}" srcOrd="0" destOrd="0" presId="urn:microsoft.com/office/officeart/2018/2/layout/IconVerticalSolidList"/>
    <dgm:cxn modelId="{9A01E386-7B03-4945-B6A8-86BF7A2A63D5}" srcId="{3EC8F7CE-DA64-4062-8738-AEC467EBA89A}" destId="{E2214FCB-ADDB-425E-BD68-E9EA889A1DA3}" srcOrd="4" destOrd="0" parTransId="{3C37A70D-0CC2-44C9-BC88-2436C2FF329E}" sibTransId="{401CDD1E-8EEB-4659-B965-6C58F3164F62}"/>
    <dgm:cxn modelId="{C5567689-0F75-49D0-8564-DDBADDB7CEED}" type="presOf" srcId="{E7713D52-857B-46B6-B5C6-7482B8CDE7D3}" destId="{A860DE69-4B85-42A0-8285-5F71C276342F}" srcOrd="0" destOrd="0" presId="urn:microsoft.com/office/officeart/2018/2/layout/IconVerticalSolidList"/>
    <dgm:cxn modelId="{C5F11B90-FB39-45A1-B1EE-72E5F53FEA73}" type="presOf" srcId="{D2BEF6FC-DBDC-4479-9680-52409848E8DA}" destId="{9FB85AEE-000D-4658-8A96-270F47360F3F}" srcOrd="0" destOrd="0" presId="urn:microsoft.com/office/officeart/2018/2/layout/IconVerticalSolidList"/>
    <dgm:cxn modelId="{F26D2C90-CEDD-44ED-B963-4CA3FA132585}" type="presOf" srcId="{7A33F249-24DF-49D7-865E-A9311A47A20C}" destId="{687CF2B6-3157-4819-9730-4310FD9C816E}" srcOrd="0" destOrd="3" presId="urn:microsoft.com/office/officeart/2018/2/layout/IconVerticalSolidList"/>
    <dgm:cxn modelId="{2991D3A5-6AA1-4C06-BF27-132C13A3C12B}" type="presOf" srcId="{3C1178C7-BE0E-4F28-B1DD-13F4ADA39EBC}" destId="{423BDB25-4E56-4803-B78C-32053DED9C8A}" srcOrd="0" destOrd="0" presId="urn:microsoft.com/office/officeart/2018/2/layout/IconVerticalSolidList"/>
    <dgm:cxn modelId="{A5EC08B0-19AD-401E-9C96-BA19DFAB11AE}" srcId="{D2BEF6FC-DBDC-4479-9680-52409848E8DA}" destId="{318C13B8-3E5F-4A9B-9C5E-107A67FC951B}" srcOrd="6" destOrd="0" parTransId="{D4356942-F712-41B2-ADA2-B22805C27988}" sibTransId="{CF0C1B7D-28E1-46DC-B876-633325CFFDCD}"/>
    <dgm:cxn modelId="{804731B6-E663-4CD1-B026-BF7BCF8334C3}" type="presOf" srcId="{C3A4F124-D451-4656-B3F7-937EF28A67F8}" destId="{687CF2B6-3157-4819-9730-4310FD9C816E}" srcOrd="0" destOrd="0" presId="urn:microsoft.com/office/officeart/2018/2/layout/IconVerticalSolidList"/>
    <dgm:cxn modelId="{C129C7BA-4423-4CE9-9265-353420B099F2}" type="presOf" srcId="{E2214FCB-ADDB-425E-BD68-E9EA889A1DA3}" destId="{687CF2B6-3157-4819-9730-4310FD9C816E}" srcOrd="0" destOrd="4" presId="urn:microsoft.com/office/officeart/2018/2/layout/IconVerticalSolidList"/>
    <dgm:cxn modelId="{4FAA11D9-CD52-4A7B-A77F-F69B2F4CAF3A}" type="presOf" srcId="{3EC8F7CE-DA64-4062-8738-AEC467EBA89A}" destId="{93C4BA95-6A63-48E4-8E58-3B101CFB6733}" srcOrd="0" destOrd="0" presId="urn:microsoft.com/office/officeart/2018/2/layout/IconVerticalSolidList"/>
    <dgm:cxn modelId="{686CDADA-477E-4C52-9A71-BC2D823C423F}" srcId="{D2BEF6FC-DBDC-4479-9680-52409848E8DA}" destId="{44977080-D1CA-46BC-89E1-DC4A19B5D6C8}" srcOrd="1" destOrd="0" parTransId="{F19B104B-8A30-429F-A85A-1B12E0265E2B}" sibTransId="{BCBDF74F-7740-4DF7-8133-E2A6878D35AF}"/>
    <dgm:cxn modelId="{76321BEE-CEE4-4784-857F-0430EDD745A1}" srcId="{3EC8F7CE-DA64-4062-8738-AEC467EBA89A}" destId="{7A33F249-24DF-49D7-865E-A9311A47A20C}" srcOrd="3" destOrd="0" parTransId="{7C755944-7604-49A6-8F97-DBCE68FEF4B2}" sibTransId="{0B29CF1A-70E0-4D2E-9E9D-D44C01EDD343}"/>
    <dgm:cxn modelId="{A97404FB-88AF-4B92-8BE8-EE256882F7D3}" srcId="{D2BEF6FC-DBDC-4479-9680-52409848E8DA}" destId="{E7713D52-857B-46B6-B5C6-7482B8CDE7D3}" srcOrd="4" destOrd="0" parTransId="{708D19B6-42DC-4309-9023-158D0F3FB244}" sibTransId="{D7F4B57B-CEFA-46E1-9484-1016D34646B9}"/>
    <dgm:cxn modelId="{F42C7FFC-0B8B-4A7C-A76E-81551BE191A9}" type="presOf" srcId="{42B630DE-1551-41DE-AA0B-77A9A17D1ABB}" destId="{2E706F71-9FB3-4BFC-9395-5FDA76A7590F}" srcOrd="0" destOrd="0" presId="urn:microsoft.com/office/officeart/2018/2/layout/IconVerticalSolidList"/>
    <dgm:cxn modelId="{4B4447FD-C20B-4036-BB42-69579315D1A2}" srcId="{D2BEF6FC-DBDC-4479-9680-52409848E8DA}" destId="{3C1178C7-BE0E-4F28-B1DD-13F4ADA39EBC}" srcOrd="5" destOrd="0" parTransId="{4C193E9B-E266-497E-AC49-E8609BC11A70}" sibTransId="{2045FD1D-5120-4CB4-B359-440A957B28DA}"/>
    <dgm:cxn modelId="{86FAB180-6599-4C99-8199-8839343D6086}" type="presParOf" srcId="{9FB85AEE-000D-4658-8A96-270F47360F3F}" destId="{1E1FDBCB-2F70-41F6-8E93-8E076A9DCD97}" srcOrd="0" destOrd="0" presId="urn:microsoft.com/office/officeart/2018/2/layout/IconVerticalSolidList"/>
    <dgm:cxn modelId="{D4A87A88-33A0-459C-9649-21CC44F9E596}" type="presParOf" srcId="{1E1FDBCB-2F70-41F6-8E93-8E076A9DCD97}" destId="{9F21AFD0-C5EF-4469-9B54-80AF59DAB15E}" srcOrd="0" destOrd="0" presId="urn:microsoft.com/office/officeart/2018/2/layout/IconVerticalSolidList"/>
    <dgm:cxn modelId="{06179CA8-784A-42A5-8E28-D286C6DDFD03}" type="presParOf" srcId="{1E1FDBCB-2F70-41F6-8E93-8E076A9DCD97}" destId="{D0EEC79D-E5B3-463D-B272-4272C9275C15}" srcOrd="1" destOrd="0" presId="urn:microsoft.com/office/officeart/2018/2/layout/IconVerticalSolidList"/>
    <dgm:cxn modelId="{486BFE6A-92A6-439F-867D-AB36CE595094}" type="presParOf" srcId="{1E1FDBCB-2F70-41F6-8E93-8E076A9DCD97}" destId="{BABCFA27-69D2-47C9-A258-6C38DE250801}" srcOrd="2" destOrd="0" presId="urn:microsoft.com/office/officeart/2018/2/layout/IconVerticalSolidList"/>
    <dgm:cxn modelId="{EFCC36A3-323B-4984-A5F0-63784270DB15}" type="presParOf" srcId="{1E1FDBCB-2F70-41F6-8E93-8E076A9DCD97}" destId="{2E706F71-9FB3-4BFC-9395-5FDA76A7590F}" srcOrd="3" destOrd="0" presId="urn:microsoft.com/office/officeart/2018/2/layout/IconVerticalSolidList"/>
    <dgm:cxn modelId="{EC84E837-3E12-40B0-A602-F463BF43ADE7}" type="presParOf" srcId="{9FB85AEE-000D-4658-8A96-270F47360F3F}" destId="{B95B6FE6-E284-49B8-8EFB-4F3336902A3F}" srcOrd="1" destOrd="0" presId="urn:microsoft.com/office/officeart/2018/2/layout/IconVerticalSolidList"/>
    <dgm:cxn modelId="{CE7CD66F-A541-4CDB-8890-C58A11215206}" type="presParOf" srcId="{9FB85AEE-000D-4658-8A96-270F47360F3F}" destId="{AD2FBD1C-BFBC-45D7-ADC0-DBDD2201BD3D}" srcOrd="2" destOrd="0" presId="urn:microsoft.com/office/officeart/2018/2/layout/IconVerticalSolidList"/>
    <dgm:cxn modelId="{799C90CC-6DCC-4192-BDEB-349A8A819AAC}" type="presParOf" srcId="{AD2FBD1C-BFBC-45D7-ADC0-DBDD2201BD3D}" destId="{09A6D803-61CF-4654-90B6-DCB9F909CA50}" srcOrd="0" destOrd="0" presId="urn:microsoft.com/office/officeart/2018/2/layout/IconVerticalSolidList"/>
    <dgm:cxn modelId="{8E0B7FE2-021D-4BD9-9583-F1C43B029744}" type="presParOf" srcId="{AD2FBD1C-BFBC-45D7-ADC0-DBDD2201BD3D}" destId="{8C865A07-6F88-4E47-9695-FACF08743945}" srcOrd="1" destOrd="0" presId="urn:microsoft.com/office/officeart/2018/2/layout/IconVerticalSolidList"/>
    <dgm:cxn modelId="{FD776AFF-0198-4FE4-8FB1-39A438697EDE}" type="presParOf" srcId="{AD2FBD1C-BFBC-45D7-ADC0-DBDD2201BD3D}" destId="{B98F1F32-81CD-4B6D-BFD2-D36D18BC4001}" srcOrd="2" destOrd="0" presId="urn:microsoft.com/office/officeart/2018/2/layout/IconVerticalSolidList"/>
    <dgm:cxn modelId="{429F85BD-8074-4E52-B2E9-E83C4137B005}" type="presParOf" srcId="{AD2FBD1C-BFBC-45D7-ADC0-DBDD2201BD3D}" destId="{AD085408-818F-435F-9334-90D6D16027A1}" srcOrd="3" destOrd="0" presId="urn:microsoft.com/office/officeart/2018/2/layout/IconVerticalSolidList"/>
    <dgm:cxn modelId="{BC735CB9-CAA8-401F-9A20-3302ECF67D48}" type="presParOf" srcId="{9FB85AEE-000D-4658-8A96-270F47360F3F}" destId="{6F85544E-A8EF-4527-B29E-A0A71429AEFF}" srcOrd="3" destOrd="0" presId="urn:microsoft.com/office/officeart/2018/2/layout/IconVerticalSolidList"/>
    <dgm:cxn modelId="{9E5E56DE-B30C-461F-892B-ED57E985D892}" type="presParOf" srcId="{9FB85AEE-000D-4658-8A96-270F47360F3F}" destId="{ADC2304F-C62E-457A-8E52-13D1F4904FF6}" srcOrd="4" destOrd="0" presId="urn:microsoft.com/office/officeart/2018/2/layout/IconVerticalSolidList"/>
    <dgm:cxn modelId="{BB83D464-079A-421F-B3F8-70788ACEB372}" type="presParOf" srcId="{ADC2304F-C62E-457A-8E52-13D1F4904FF6}" destId="{CA4040E1-5034-4111-AD0F-FD59F7264D30}" srcOrd="0" destOrd="0" presId="urn:microsoft.com/office/officeart/2018/2/layout/IconVerticalSolidList"/>
    <dgm:cxn modelId="{6781BE02-FA5A-4CFE-9A9D-D128E98477C1}" type="presParOf" srcId="{ADC2304F-C62E-457A-8E52-13D1F4904FF6}" destId="{2EFCF46F-63D6-45CE-AD5D-21B0F81BDD81}" srcOrd="1" destOrd="0" presId="urn:microsoft.com/office/officeart/2018/2/layout/IconVerticalSolidList"/>
    <dgm:cxn modelId="{5437CDD8-8305-4B9C-98E3-64A2DCF558B6}" type="presParOf" srcId="{ADC2304F-C62E-457A-8E52-13D1F4904FF6}" destId="{E5616FB8-98FB-46B8-8C54-B70A37C95330}" srcOrd="2" destOrd="0" presId="urn:microsoft.com/office/officeart/2018/2/layout/IconVerticalSolidList"/>
    <dgm:cxn modelId="{EFA43D9F-49DD-477C-9248-CA617F94F51C}" type="presParOf" srcId="{ADC2304F-C62E-457A-8E52-13D1F4904FF6}" destId="{93C4BA95-6A63-48E4-8E58-3B101CFB6733}" srcOrd="3" destOrd="0" presId="urn:microsoft.com/office/officeart/2018/2/layout/IconVerticalSolidList"/>
    <dgm:cxn modelId="{A617C4DB-2398-4609-AEE1-CC220902E1E2}" type="presParOf" srcId="{ADC2304F-C62E-457A-8E52-13D1F4904FF6}" destId="{687CF2B6-3157-4819-9730-4310FD9C816E}" srcOrd="4" destOrd="0" presId="urn:microsoft.com/office/officeart/2018/2/layout/IconVerticalSolidList"/>
    <dgm:cxn modelId="{87260B5C-5D9D-4C93-B169-BF07A903097D}" type="presParOf" srcId="{9FB85AEE-000D-4658-8A96-270F47360F3F}" destId="{AB5FE1ED-2868-4046-B418-64D1BD0A70C6}" srcOrd="5" destOrd="0" presId="urn:microsoft.com/office/officeart/2018/2/layout/IconVerticalSolidList"/>
    <dgm:cxn modelId="{1FD6A02F-54A9-4449-834E-426C043E379E}" type="presParOf" srcId="{9FB85AEE-000D-4658-8A96-270F47360F3F}" destId="{B29AF3F8-5A2F-4675-9CB9-2649071C435F}" srcOrd="6" destOrd="0" presId="urn:microsoft.com/office/officeart/2018/2/layout/IconVerticalSolidList"/>
    <dgm:cxn modelId="{6F3C3E31-C8BE-4BEE-BCF8-B97926158FC5}" type="presParOf" srcId="{B29AF3F8-5A2F-4675-9CB9-2649071C435F}" destId="{FB5D5A03-7AA5-4869-8588-89D23F480846}" srcOrd="0" destOrd="0" presId="urn:microsoft.com/office/officeart/2018/2/layout/IconVerticalSolidList"/>
    <dgm:cxn modelId="{72C92670-1086-442B-9A75-E60AD827CB94}" type="presParOf" srcId="{B29AF3F8-5A2F-4675-9CB9-2649071C435F}" destId="{3B76416B-C63F-48E6-92C8-CBA7C97EED72}" srcOrd="1" destOrd="0" presId="urn:microsoft.com/office/officeart/2018/2/layout/IconVerticalSolidList"/>
    <dgm:cxn modelId="{D6E794D5-999B-46E7-98CA-459554CB9C9A}" type="presParOf" srcId="{B29AF3F8-5A2F-4675-9CB9-2649071C435F}" destId="{5CCBA4B8-E9FE-40D4-BED2-F2B6C467449B}" srcOrd="2" destOrd="0" presId="urn:microsoft.com/office/officeart/2018/2/layout/IconVerticalSolidList"/>
    <dgm:cxn modelId="{804B6740-A521-40AF-98BF-BA31C2B95D4C}" type="presParOf" srcId="{B29AF3F8-5A2F-4675-9CB9-2649071C435F}" destId="{8F51EC9C-F245-4865-983C-742613E1642A}" srcOrd="3" destOrd="0" presId="urn:microsoft.com/office/officeart/2018/2/layout/IconVerticalSolidList"/>
    <dgm:cxn modelId="{F2682098-0CDE-4DA5-98A1-EB5FC672273E}" type="presParOf" srcId="{9FB85AEE-000D-4658-8A96-270F47360F3F}" destId="{58DC9B81-1889-4EAB-B199-F7AC02E3CD1C}" srcOrd="7" destOrd="0" presId="urn:microsoft.com/office/officeart/2018/2/layout/IconVerticalSolidList"/>
    <dgm:cxn modelId="{F2A9DCB9-8940-43BF-9B78-510D342BF4DB}" type="presParOf" srcId="{9FB85AEE-000D-4658-8A96-270F47360F3F}" destId="{BB718F13-3A94-4424-9148-BDA8593C6D34}" srcOrd="8" destOrd="0" presId="urn:microsoft.com/office/officeart/2018/2/layout/IconVerticalSolidList"/>
    <dgm:cxn modelId="{6FDAF3BA-58AC-4BD7-A855-5DB2A4A709A3}" type="presParOf" srcId="{BB718F13-3A94-4424-9148-BDA8593C6D34}" destId="{4C8F33BA-866B-4CAF-A8B1-E2386352A377}" srcOrd="0" destOrd="0" presId="urn:microsoft.com/office/officeart/2018/2/layout/IconVerticalSolidList"/>
    <dgm:cxn modelId="{7A58B66B-7482-4F1B-8221-EA26FC94F247}" type="presParOf" srcId="{BB718F13-3A94-4424-9148-BDA8593C6D34}" destId="{159B926F-689A-4382-8395-3F329E2EC1CB}" srcOrd="1" destOrd="0" presId="urn:microsoft.com/office/officeart/2018/2/layout/IconVerticalSolidList"/>
    <dgm:cxn modelId="{7C206F9D-78DF-4998-A397-48D4A0202CCD}" type="presParOf" srcId="{BB718F13-3A94-4424-9148-BDA8593C6D34}" destId="{DC190B88-A182-4B6F-8A9C-0746EF2FFE4A}" srcOrd="2" destOrd="0" presId="urn:microsoft.com/office/officeart/2018/2/layout/IconVerticalSolidList"/>
    <dgm:cxn modelId="{FCDCD905-624E-4EE1-A6C9-2966D6408EE8}" type="presParOf" srcId="{BB718F13-3A94-4424-9148-BDA8593C6D34}" destId="{A860DE69-4B85-42A0-8285-5F71C276342F}" srcOrd="3" destOrd="0" presId="urn:microsoft.com/office/officeart/2018/2/layout/IconVerticalSolidList"/>
    <dgm:cxn modelId="{9FF06F3C-80F7-4ED6-AC02-B6ED0AD9C15E}" type="presParOf" srcId="{9FB85AEE-000D-4658-8A96-270F47360F3F}" destId="{31FB30C5-0D6E-4D94-81FA-0683EAF93FD9}" srcOrd="9" destOrd="0" presId="urn:microsoft.com/office/officeart/2018/2/layout/IconVerticalSolidList"/>
    <dgm:cxn modelId="{6715ACAA-E2EF-47F1-BA31-0ACB4364C3F4}" type="presParOf" srcId="{9FB85AEE-000D-4658-8A96-270F47360F3F}" destId="{BFA626EA-718E-40AE-88D3-84770C6B9AF1}" srcOrd="10" destOrd="0" presId="urn:microsoft.com/office/officeart/2018/2/layout/IconVerticalSolidList"/>
    <dgm:cxn modelId="{76B55A6B-8989-43F2-8009-FC3529FCDC34}" type="presParOf" srcId="{BFA626EA-718E-40AE-88D3-84770C6B9AF1}" destId="{C37A964E-A4EA-4EAA-9C55-213425023320}" srcOrd="0" destOrd="0" presId="urn:microsoft.com/office/officeart/2018/2/layout/IconVerticalSolidList"/>
    <dgm:cxn modelId="{8444D2D7-7786-45CD-B16E-CD863139AB87}" type="presParOf" srcId="{BFA626EA-718E-40AE-88D3-84770C6B9AF1}" destId="{AA748CB3-282E-47CA-A49F-CFFCDA6529E9}" srcOrd="1" destOrd="0" presId="urn:microsoft.com/office/officeart/2018/2/layout/IconVerticalSolidList"/>
    <dgm:cxn modelId="{FD707989-D593-46B0-8514-D0DB1C3D9F04}" type="presParOf" srcId="{BFA626EA-718E-40AE-88D3-84770C6B9AF1}" destId="{3DCD72F7-3D8C-4A06-AB97-243C2C5F7DBC}" srcOrd="2" destOrd="0" presId="urn:microsoft.com/office/officeart/2018/2/layout/IconVerticalSolidList"/>
    <dgm:cxn modelId="{13BB34CD-1A9C-4592-901C-EABB860B6F60}" type="presParOf" srcId="{BFA626EA-718E-40AE-88D3-84770C6B9AF1}" destId="{423BDB25-4E56-4803-B78C-32053DED9C8A}" srcOrd="3" destOrd="0" presId="urn:microsoft.com/office/officeart/2018/2/layout/IconVerticalSolidList"/>
    <dgm:cxn modelId="{2995A1C8-5000-4F1C-85A9-5C2FAA62C6C2}" type="presParOf" srcId="{9FB85AEE-000D-4658-8A96-270F47360F3F}" destId="{7AE78998-A0BD-4C4B-9189-F366651D2273}" srcOrd="11" destOrd="0" presId="urn:microsoft.com/office/officeart/2018/2/layout/IconVerticalSolidList"/>
    <dgm:cxn modelId="{472B871D-5389-43CE-8BEA-784E5DD8D24A}" type="presParOf" srcId="{9FB85AEE-000D-4658-8A96-270F47360F3F}" destId="{3101EF8E-2057-45E2-8193-0EF3F1510583}" srcOrd="12" destOrd="0" presId="urn:microsoft.com/office/officeart/2018/2/layout/IconVerticalSolidList"/>
    <dgm:cxn modelId="{A7988A25-D358-4202-A3B4-17CE0981DC67}" type="presParOf" srcId="{3101EF8E-2057-45E2-8193-0EF3F1510583}" destId="{26A147F5-2441-46F8-8295-8CDDCA1EE5DA}" srcOrd="0" destOrd="0" presId="urn:microsoft.com/office/officeart/2018/2/layout/IconVerticalSolidList"/>
    <dgm:cxn modelId="{42F67B8F-A3B3-4E17-B1F0-16C84E4FE43F}" type="presParOf" srcId="{3101EF8E-2057-45E2-8193-0EF3F1510583}" destId="{1FF1057F-16E5-4AB8-A457-711BDEC3E3DD}" srcOrd="1" destOrd="0" presId="urn:microsoft.com/office/officeart/2018/2/layout/IconVerticalSolidList"/>
    <dgm:cxn modelId="{316E7847-2763-4E62-9C9A-8929D4732685}" type="presParOf" srcId="{3101EF8E-2057-45E2-8193-0EF3F1510583}" destId="{CEB45997-F713-4501-8DBD-8A2DF1D6831A}" srcOrd="2" destOrd="0" presId="urn:microsoft.com/office/officeart/2018/2/layout/IconVerticalSolidList"/>
    <dgm:cxn modelId="{F4BF28CC-93AC-4286-933E-B47B25BB6C2E}" type="presParOf" srcId="{3101EF8E-2057-45E2-8193-0EF3F1510583}" destId="{F68E89BF-BC63-436D-A973-A5B3FCD59FC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21AFD0-C5EF-4469-9B54-80AF59DAB15E}">
      <dsp:nvSpPr>
        <dsp:cNvPr id="0" name=""/>
        <dsp:cNvSpPr/>
      </dsp:nvSpPr>
      <dsp:spPr>
        <a:xfrm>
          <a:off x="0" y="3426"/>
          <a:ext cx="6879517" cy="7019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EEC79D-E5B3-463D-B272-4272C9275C15}">
      <dsp:nvSpPr>
        <dsp:cNvPr id="0" name=""/>
        <dsp:cNvSpPr/>
      </dsp:nvSpPr>
      <dsp:spPr>
        <a:xfrm>
          <a:off x="212332" y="161360"/>
          <a:ext cx="386059" cy="386059"/>
        </a:xfrm>
        <a:prstGeom prst="rect">
          <a:avLst/>
        </a:prstGeom>
        <a:solidFill>
          <a:schemeClr val="accent2">
            <a:hueOff val="0"/>
            <a:satOff val="0"/>
            <a:lumOff val="0"/>
            <a:alphaOff val="0"/>
          </a:schemeClr>
        </a:solid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E706F71-9FB3-4BFC-9395-5FDA76A7590F}">
      <dsp:nvSpPr>
        <dsp:cNvPr id="0" name=""/>
        <dsp:cNvSpPr/>
      </dsp:nvSpPr>
      <dsp:spPr>
        <a:xfrm>
          <a:off x="810725" y="3426"/>
          <a:ext cx="6067999" cy="7019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287" tIns="74287" rIns="74287" bIns="74287" numCol="1" spcCol="1270" anchor="ctr" anchorCtr="0">
          <a:noAutofit/>
        </a:bodyPr>
        <a:lstStyle/>
        <a:p>
          <a:pPr marL="0" lvl="0" indent="0" algn="l" defTabSz="711200">
            <a:lnSpc>
              <a:spcPct val="100000"/>
            </a:lnSpc>
            <a:spcBef>
              <a:spcPct val="0"/>
            </a:spcBef>
            <a:spcAft>
              <a:spcPct val="35000"/>
            </a:spcAft>
            <a:buNone/>
          </a:pPr>
          <a:r>
            <a:rPr lang="en-US" sz="1600" kern="1200" dirty="0"/>
            <a:t>Introduction</a:t>
          </a:r>
        </a:p>
      </dsp:txBody>
      <dsp:txXfrm>
        <a:off x="810725" y="3426"/>
        <a:ext cx="6067999" cy="701926"/>
      </dsp:txXfrm>
    </dsp:sp>
    <dsp:sp modelId="{09A6D803-61CF-4654-90B6-DCB9F909CA50}">
      <dsp:nvSpPr>
        <dsp:cNvPr id="0" name=""/>
        <dsp:cNvSpPr/>
      </dsp:nvSpPr>
      <dsp:spPr>
        <a:xfrm>
          <a:off x="0" y="880834"/>
          <a:ext cx="6879517" cy="7019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865A07-6F88-4E47-9695-FACF08743945}">
      <dsp:nvSpPr>
        <dsp:cNvPr id="0" name=""/>
        <dsp:cNvSpPr/>
      </dsp:nvSpPr>
      <dsp:spPr>
        <a:xfrm>
          <a:off x="212332" y="1038768"/>
          <a:ext cx="386059" cy="38605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085408-818F-435F-9334-90D6D16027A1}">
      <dsp:nvSpPr>
        <dsp:cNvPr id="0" name=""/>
        <dsp:cNvSpPr/>
      </dsp:nvSpPr>
      <dsp:spPr>
        <a:xfrm>
          <a:off x="810725" y="880834"/>
          <a:ext cx="6067999" cy="7019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287" tIns="74287" rIns="74287" bIns="74287" numCol="1" spcCol="1270" anchor="ctr" anchorCtr="0">
          <a:noAutofit/>
        </a:bodyPr>
        <a:lstStyle/>
        <a:p>
          <a:pPr marL="0" lvl="0" indent="0" algn="l" defTabSz="711200">
            <a:lnSpc>
              <a:spcPct val="100000"/>
            </a:lnSpc>
            <a:spcBef>
              <a:spcPct val="0"/>
            </a:spcBef>
            <a:spcAft>
              <a:spcPct val="35000"/>
            </a:spcAft>
            <a:buNone/>
          </a:pPr>
          <a:r>
            <a:rPr lang="en-US" sz="1600" kern="1200"/>
            <a:t>Data Visualization</a:t>
          </a:r>
          <a:endParaRPr lang="en-US" sz="1600" kern="1200" dirty="0"/>
        </a:p>
      </dsp:txBody>
      <dsp:txXfrm>
        <a:off x="810725" y="880834"/>
        <a:ext cx="6067999" cy="701926"/>
      </dsp:txXfrm>
    </dsp:sp>
    <dsp:sp modelId="{CA4040E1-5034-4111-AD0F-FD59F7264D30}">
      <dsp:nvSpPr>
        <dsp:cNvPr id="0" name=""/>
        <dsp:cNvSpPr/>
      </dsp:nvSpPr>
      <dsp:spPr>
        <a:xfrm>
          <a:off x="0" y="1758243"/>
          <a:ext cx="6879517" cy="7019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FCF46F-63D6-45CE-AD5D-21B0F81BDD81}">
      <dsp:nvSpPr>
        <dsp:cNvPr id="0" name=""/>
        <dsp:cNvSpPr/>
      </dsp:nvSpPr>
      <dsp:spPr>
        <a:xfrm>
          <a:off x="212332" y="1916176"/>
          <a:ext cx="386059" cy="38605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3C4BA95-6A63-48E4-8E58-3B101CFB6733}">
      <dsp:nvSpPr>
        <dsp:cNvPr id="0" name=""/>
        <dsp:cNvSpPr/>
      </dsp:nvSpPr>
      <dsp:spPr>
        <a:xfrm>
          <a:off x="810725" y="1758243"/>
          <a:ext cx="3095782" cy="7019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287" tIns="74287" rIns="74287" bIns="74287" numCol="1" spcCol="1270" anchor="ctr" anchorCtr="0">
          <a:noAutofit/>
        </a:bodyPr>
        <a:lstStyle/>
        <a:p>
          <a:pPr marL="0" lvl="0" indent="0" algn="l" defTabSz="711200">
            <a:lnSpc>
              <a:spcPct val="100000"/>
            </a:lnSpc>
            <a:spcBef>
              <a:spcPct val="0"/>
            </a:spcBef>
            <a:spcAft>
              <a:spcPct val="35000"/>
            </a:spcAft>
            <a:buNone/>
          </a:pPr>
          <a:r>
            <a:rPr lang="en-US" sz="1600" kern="1200"/>
            <a:t>Preprocessing </a:t>
          </a:r>
          <a:endParaRPr lang="en-US" sz="1600" kern="1200" dirty="0"/>
        </a:p>
      </dsp:txBody>
      <dsp:txXfrm>
        <a:off x="810725" y="1758243"/>
        <a:ext cx="3095782" cy="701926"/>
      </dsp:txXfrm>
    </dsp:sp>
    <dsp:sp modelId="{687CF2B6-3157-4819-9730-4310FD9C816E}">
      <dsp:nvSpPr>
        <dsp:cNvPr id="0" name=""/>
        <dsp:cNvSpPr/>
      </dsp:nvSpPr>
      <dsp:spPr>
        <a:xfrm>
          <a:off x="3906507" y="1758243"/>
          <a:ext cx="2972216" cy="7019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287" tIns="74287" rIns="74287" bIns="74287" numCol="1" spcCol="1270" anchor="ctr" anchorCtr="0">
          <a:noAutofit/>
        </a:bodyPr>
        <a:lstStyle/>
        <a:p>
          <a:pPr marL="0" lvl="0" indent="0" algn="l" defTabSz="488950">
            <a:lnSpc>
              <a:spcPct val="100000"/>
            </a:lnSpc>
            <a:spcBef>
              <a:spcPct val="0"/>
            </a:spcBef>
            <a:spcAft>
              <a:spcPct val="35000"/>
            </a:spcAft>
            <a:buNone/>
          </a:pPr>
          <a:r>
            <a:rPr lang="en-US" sz="1100" b="0" kern="1200"/>
            <a:t>Feature Engineering</a:t>
          </a:r>
          <a:endParaRPr lang="en-US" sz="1100" b="0" kern="1200" dirty="0"/>
        </a:p>
        <a:p>
          <a:pPr marL="0" lvl="0" indent="0" algn="l" defTabSz="488950">
            <a:lnSpc>
              <a:spcPct val="100000"/>
            </a:lnSpc>
            <a:spcBef>
              <a:spcPct val="0"/>
            </a:spcBef>
            <a:spcAft>
              <a:spcPct val="35000"/>
            </a:spcAft>
            <a:buNone/>
          </a:pPr>
          <a:r>
            <a:rPr lang="en-US" sz="1100" b="0" kern="1200"/>
            <a:t>Duplicate Records</a:t>
          </a:r>
          <a:endParaRPr lang="en-US" sz="1100" b="0" kern="1200" dirty="0"/>
        </a:p>
        <a:p>
          <a:pPr marL="0" lvl="0" indent="0" algn="l" defTabSz="488950">
            <a:lnSpc>
              <a:spcPct val="100000"/>
            </a:lnSpc>
            <a:spcBef>
              <a:spcPct val="0"/>
            </a:spcBef>
            <a:spcAft>
              <a:spcPct val="35000"/>
            </a:spcAft>
            <a:buNone/>
          </a:pPr>
          <a:r>
            <a:rPr lang="en-US" sz="1100" b="0" kern="1200"/>
            <a:t>Missing Records</a:t>
          </a:r>
          <a:endParaRPr lang="en-US" sz="1100" b="0" kern="1200" dirty="0"/>
        </a:p>
        <a:p>
          <a:pPr marL="0" lvl="0" indent="0" algn="l" defTabSz="488950">
            <a:lnSpc>
              <a:spcPct val="100000"/>
            </a:lnSpc>
            <a:spcBef>
              <a:spcPct val="0"/>
            </a:spcBef>
            <a:spcAft>
              <a:spcPct val="35000"/>
            </a:spcAft>
            <a:buNone/>
          </a:pPr>
          <a:r>
            <a:rPr lang="en-US" sz="1100" b="0" kern="1200"/>
            <a:t>Handling Missing values</a:t>
          </a:r>
          <a:endParaRPr lang="en-US" sz="1100" b="0" kern="1200" dirty="0"/>
        </a:p>
        <a:p>
          <a:pPr marL="0" lvl="0" indent="0" algn="l" defTabSz="488950">
            <a:lnSpc>
              <a:spcPct val="100000"/>
            </a:lnSpc>
            <a:spcBef>
              <a:spcPct val="0"/>
            </a:spcBef>
            <a:spcAft>
              <a:spcPct val="35000"/>
            </a:spcAft>
            <a:buNone/>
          </a:pPr>
          <a:r>
            <a:rPr lang="en-US" sz="1100" b="0" kern="1200"/>
            <a:t>Stationary</a:t>
          </a:r>
          <a:endParaRPr lang="en-US" sz="1100" b="0" kern="1200" dirty="0"/>
        </a:p>
      </dsp:txBody>
      <dsp:txXfrm>
        <a:off x="3906507" y="1758243"/>
        <a:ext cx="2972216" cy="701926"/>
      </dsp:txXfrm>
    </dsp:sp>
    <dsp:sp modelId="{FB5D5A03-7AA5-4869-8588-89D23F480846}">
      <dsp:nvSpPr>
        <dsp:cNvPr id="0" name=""/>
        <dsp:cNvSpPr/>
      </dsp:nvSpPr>
      <dsp:spPr>
        <a:xfrm>
          <a:off x="0" y="2635651"/>
          <a:ext cx="6879517" cy="7019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76416B-C63F-48E6-92C8-CBA7C97EED72}">
      <dsp:nvSpPr>
        <dsp:cNvPr id="0" name=""/>
        <dsp:cNvSpPr/>
      </dsp:nvSpPr>
      <dsp:spPr>
        <a:xfrm>
          <a:off x="212332" y="2793585"/>
          <a:ext cx="386059" cy="38605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F51EC9C-F245-4865-983C-742613E1642A}">
      <dsp:nvSpPr>
        <dsp:cNvPr id="0" name=""/>
        <dsp:cNvSpPr/>
      </dsp:nvSpPr>
      <dsp:spPr>
        <a:xfrm>
          <a:off x="810725" y="2635651"/>
          <a:ext cx="6067999" cy="7019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287" tIns="74287" rIns="74287" bIns="74287" numCol="1" spcCol="1270" anchor="ctr" anchorCtr="0">
          <a:noAutofit/>
        </a:bodyPr>
        <a:lstStyle/>
        <a:p>
          <a:pPr marL="0" lvl="0" indent="0" algn="l" defTabSz="711200">
            <a:lnSpc>
              <a:spcPct val="100000"/>
            </a:lnSpc>
            <a:spcBef>
              <a:spcPct val="0"/>
            </a:spcBef>
            <a:spcAft>
              <a:spcPct val="35000"/>
            </a:spcAft>
            <a:buNone/>
          </a:pPr>
          <a:r>
            <a:rPr lang="en-US" sz="1600" kern="1200"/>
            <a:t>Assumptions</a:t>
          </a:r>
          <a:endParaRPr lang="en-US" sz="1600" kern="1200" dirty="0"/>
        </a:p>
      </dsp:txBody>
      <dsp:txXfrm>
        <a:off x="810725" y="2635651"/>
        <a:ext cx="6067999" cy="701926"/>
      </dsp:txXfrm>
    </dsp:sp>
    <dsp:sp modelId="{4C8F33BA-866B-4CAF-A8B1-E2386352A377}">
      <dsp:nvSpPr>
        <dsp:cNvPr id="0" name=""/>
        <dsp:cNvSpPr/>
      </dsp:nvSpPr>
      <dsp:spPr>
        <a:xfrm>
          <a:off x="0" y="3513060"/>
          <a:ext cx="6879517" cy="7019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59B926F-689A-4382-8395-3F329E2EC1CB}">
      <dsp:nvSpPr>
        <dsp:cNvPr id="0" name=""/>
        <dsp:cNvSpPr/>
      </dsp:nvSpPr>
      <dsp:spPr>
        <a:xfrm>
          <a:off x="212332" y="3670993"/>
          <a:ext cx="386059" cy="38605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860DE69-4B85-42A0-8285-5F71C276342F}">
      <dsp:nvSpPr>
        <dsp:cNvPr id="0" name=""/>
        <dsp:cNvSpPr/>
      </dsp:nvSpPr>
      <dsp:spPr>
        <a:xfrm>
          <a:off x="810725" y="3513060"/>
          <a:ext cx="6067999" cy="7019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287" tIns="74287" rIns="74287" bIns="74287" numCol="1" spcCol="1270" anchor="ctr" anchorCtr="0">
          <a:noAutofit/>
        </a:bodyPr>
        <a:lstStyle/>
        <a:p>
          <a:pPr marL="0" lvl="0" indent="0" algn="l" defTabSz="711200">
            <a:lnSpc>
              <a:spcPct val="100000"/>
            </a:lnSpc>
            <a:spcBef>
              <a:spcPct val="0"/>
            </a:spcBef>
            <a:spcAft>
              <a:spcPct val="35000"/>
            </a:spcAft>
            <a:buNone/>
          </a:pPr>
          <a:r>
            <a:rPr lang="en-US" sz="1600" kern="1200"/>
            <a:t>Feature Scaling</a:t>
          </a:r>
          <a:endParaRPr lang="en-US" sz="1600" kern="1200" dirty="0"/>
        </a:p>
      </dsp:txBody>
      <dsp:txXfrm>
        <a:off x="810725" y="3513060"/>
        <a:ext cx="6067999" cy="701926"/>
      </dsp:txXfrm>
    </dsp:sp>
    <dsp:sp modelId="{C37A964E-A4EA-4EAA-9C55-213425023320}">
      <dsp:nvSpPr>
        <dsp:cNvPr id="0" name=""/>
        <dsp:cNvSpPr/>
      </dsp:nvSpPr>
      <dsp:spPr>
        <a:xfrm>
          <a:off x="0" y="4390468"/>
          <a:ext cx="6879517" cy="7019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748CB3-282E-47CA-A49F-CFFCDA6529E9}">
      <dsp:nvSpPr>
        <dsp:cNvPr id="0" name=""/>
        <dsp:cNvSpPr/>
      </dsp:nvSpPr>
      <dsp:spPr>
        <a:xfrm>
          <a:off x="212332" y="4548401"/>
          <a:ext cx="386059" cy="38605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23BDB25-4E56-4803-B78C-32053DED9C8A}">
      <dsp:nvSpPr>
        <dsp:cNvPr id="0" name=""/>
        <dsp:cNvSpPr/>
      </dsp:nvSpPr>
      <dsp:spPr>
        <a:xfrm>
          <a:off x="810725" y="4390468"/>
          <a:ext cx="6067999" cy="7019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287" tIns="74287" rIns="74287" bIns="74287" numCol="1" spcCol="1270" anchor="ctr" anchorCtr="0">
          <a:noAutofit/>
        </a:bodyPr>
        <a:lstStyle/>
        <a:p>
          <a:pPr marL="0" lvl="0" indent="0" algn="l" defTabSz="711200">
            <a:lnSpc>
              <a:spcPct val="100000"/>
            </a:lnSpc>
            <a:spcBef>
              <a:spcPct val="0"/>
            </a:spcBef>
            <a:spcAft>
              <a:spcPct val="35000"/>
            </a:spcAft>
            <a:buNone/>
          </a:pPr>
          <a:r>
            <a:rPr lang="en-US" sz="1600" kern="1200"/>
            <a:t>Modelling</a:t>
          </a:r>
          <a:endParaRPr lang="en-US" sz="1600" kern="1200" dirty="0"/>
        </a:p>
      </dsp:txBody>
      <dsp:txXfrm>
        <a:off x="810725" y="4390468"/>
        <a:ext cx="6067999" cy="701926"/>
      </dsp:txXfrm>
    </dsp:sp>
    <dsp:sp modelId="{26A147F5-2441-46F8-8295-8CDDCA1EE5DA}">
      <dsp:nvSpPr>
        <dsp:cNvPr id="0" name=""/>
        <dsp:cNvSpPr/>
      </dsp:nvSpPr>
      <dsp:spPr>
        <a:xfrm>
          <a:off x="0" y="5267876"/>
          <a:ext cx="6879517" cy="7019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F1057F-16E5-4AB8-A457-711BDEC3E3DD}">
      <dsp:nvSpPr>
        <dsp:cNvPr id="0" name=""/>
        <dsp:cNvSpPr/>
      </dsp:nvSpPr>
      <dsp:spPr>
        <a:xfrm>
          <a:off x="212332" y="5425810"/>
          <a:ext cx="386059" cy="386059"/>
        </a:xfrm>
        <a:prstGeom prst="rect">
          <a:avLst/>
        </a:prstGeom>
        <a:solidFill>
          <a:schemeClr val="accent3">
            <a:hueOff val="0"/>
            <a:satOff val="0"/>
            <a:lumOff val="0"/>
            <a:alphaOff val="0"/>
          </a:schemeClr>
        </a:solid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68E89BF-BC63-436D-A973-A5B3FCD59FCF}">
      <dsp:nvSpPr>
        <dsp:cNvPr id="0" name=""/>
        <dsp:cNvSpPr/>
      </dsp:nvSpPr>
      <dsp:spPr>
        <a:xfrm>
          <a:off x="810725" y="5267876"/>
          <a:ext cx="6067999" cy="7019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287" tIns="74287" rIns="74287" bIns="74287" numCol="1" spcCol="1270" anchor="ctr" anchorCtr="0">
          <a:noAutofit/>
        </a:bodyPr>
        <a:lstStyle/>
        <a:p>
          <a:pPr marL="0" lvl="0" indent="0" algn="l" defTabSz="711200">
            <a:lnSpc>
              <a:spcPct val="100000"/>
            </a:lnSpc>
            <a:spcBef>
              <a:spcPct val="0"/>
            </a:spcBef>
            <a:spcAft>
              <a:spcPct val="35000"/>
            </a:spcAft>
            <a:buNone/>
          </a:pPr>
          <a:r>
            <a:rPr lang="en-US" sz="1600" kern="1200"/>
            <a:t>Energy Surface</a:t>
          </a:r>
          <a:endParaRPr lang="en-US" sz="1600" kern="1200" dirty="0"/>
        </a:p>
      </dsp:txBody>
      <dsp:txXfrm>
        <a:off x="810725" y="5267876"/>
        <a:ext cx="6067999" cy="70192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48618E9-EE2D-4864-9EEE-58939BD4FBBA}"/>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317D1EC0-23FF-4FC8-B22D-E34878EAA4CC}"/>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AB929A7-258C-4469-AAB4-A67D713F7A80}"/>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A635CDB-2D00-49D5-B26E-0694A25000C7}"/>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4288D7A-F857-418D-92F2-368E841B9F27}"/>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1084F50-7F3C-4A4A-877E-FFD9EC7CD88B}"/>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31E64C1-F4C0-4A94-B319-BB1A0A2450B5}"/>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63D8374-8052-417F-AB69-B97EAC43D513}"/>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7750734-4D51-4019-A003-38A3DE49B434}"/>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1B693D1-DBA2-4D3B-9B37-D9EE8C4112F4}"/>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BCD3EA8-E4C0-4AF6-817F-F9F29157A499}"/>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A170FB3-B397-4AC9-85FD-65388F26D90A}"/>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E5EC0B9-49C7-4777-AEC5-B5EF8DE40498}"/>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902048B-30F7-4434-87A5-140F9BB4BEB1}"/>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500A6E2-A41C-4751-8A4E-9A0C5718D930}"/>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C259517-7BE7-45F9-81C0-3A6362BF143C}"/>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0652F56-7B71-42B2-AB68-22204A6DF177}"/>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059830E-1C3D-4D42-8789-524971CB4657}"/>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3325A7-86D3-4B52-A7E3-ADDF408B4067}"/>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D53F46F-EC12-484C-A4E7-791E57687AC1}"/>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64ED9CA-8950-47B8-A9ED-22B45CE15FB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4429F7B-9FD7-438F-8ECA-3FCAD0061805}"/>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C558100-D455-4B41-890C-BCC898B2D165}"/>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2886397-398A-4318-BE16-2CBAC1902F9E}"/>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D32A3A6-CE6E-4ABD-8522-2C8DC88C070E}"/>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9014C09-5B84-4798-8BDE-C80D76E67B8E}"/>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A29EB9E-ED9D-4C69-8A26-9A7A0A830569}"/>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A2899F9-1795-416F-8F3D-26EEB684DB6A}"/>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3043474-8625-495C-BD06-3627FD286C55}"/>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432CE47-7631-408E-8DDC-79EE378B707B}"/>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2C8832D-8B8D-4036-B913-2D363143274B}"/>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CCEFEAF-E87B-4FF2-A947-94CABAA0610D}"/>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343A7CD3-94E1-42A9-BAB7-2AFCD9FCBD10}"/>
              </a:ext>
            </a:extLst>
          </p:cNvPr>
          <p:cNvSpPr>
            <a:spLocks noGrp="1"/>
          </p:cNvSpPr>
          <p:nvPr>
            <p:ph type="ctrTitle"/>
          </p:nvPr>
        </p:nvSpPr>
        <p:spPr>
          <a:xfrm>
            <a:off x="691078" y="722903"/>
            <a:ext cx="10495904" cy="2460770"/>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467609B-8FD3-4FF7-8EBC-6619CA868B33}"/>
              </a:ext>
            </a:extLst>
          </p:cNvPr>
          <p:cNvSpPr>
            <a:spLocks noGrp="1"/>
          </p:cNvSpPr>
          <p:nvPr>
            <p:ph type="subTitle" idx="1"/>
          </p:nvPr>
        </p:nvSpPr>
        <p:spPr>
          <a:xfrm>
            <a:off x="691078" y="3428997"/>
            <a:ext cx="10495904" cy="2306639"/>
          </a:xfrm>
        </p:spPr>
        <p:txBody>
          <a:bodyPr/>
          <a:lstStyle>
            <a:lvl1pPr marL="0" indent="0" algn="l">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39" name="Right Triangle 38">
            <a:extLst>
              <a:ext uri="{FF2B5EF4-FFF2-40B4-BE49-F238E27FC236}">
                <a16:creationId xmlns:a16="http://schemas.microsoft.com/office/drawing/2014/main" id="{2437C4A8-8E3A-4ADA-93B9-64737CE1ABB1}"/>
              </a:ext>
              <a:ext uri="{C183D7F6-B498-43B3-948B-1728B52AA6E4}">
                <adec:decorative xmlns:adec="http://schemas.microsoft.com/office/drawing/2017/decorative" val="1"/>
              </a:ext>
            </a:extLst>
          </p:cNvPr>
          <p:cNvSpPr/>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ACC7A76F-3401-4F50-AE85-8F2AA247B99F}"/>
              </a:ext>
            </a:extLst>
          </p:cNvPr>
          <p:cNvSpPr>
            <a:spLocks noGrp="1"/>
          </p:cNvSpPr>
          <p:nvPr>
            <p:ph type="dt" sz="half" idx="10"/>
          </p:nvPr>
        </p:nvSpPr>
        <p:spPr/>
        <p:txBody>
          <a:bodyPr/>
          <a:lstStyle/>
          <a:p>
            <a:fld id="{8F72BA41-EC5B-4197-BCC8-0FD2E523CD7A}" type="datetimeFigureOut">
              <a:rPr lang="en-US" smtClean="0"/>
              <a:t>4/21/2024</a:t>
            </a:fld>
            <a:endParaRPr lang="en-US"/>
          </a:p>
        </p:txBody>
      </p:sp>
      <p:sp>
        <p:nvSpPr>
          <p:cNvPr id="5" name="Footer Placeholder 4">
            <a:extLst>
              <a:ext uri="{FF2B5EF4-FFF2-40B4-BE49-F238E27FC236}">
                <a16:creationId xmlns:a16="http://schemas.microsoft.com/office/drawing/2014/main" id="{DEF02E50-D34E-4DD4-8B3B-55D08F25F50A}"/>
              </a:ext>
            </a:extLst>
          </p:cNvPr>
          <p:cNvSpPr>
            <a:spLocks noGrp="1"/>
          </p:cNvSpPr>
          <p:nvPr>
            <p:ph type="ftr" sz="quarter" idx="11"/>
          </p:nvPr>
        </p:nvSpPr>
        <p:spPr>
          <a:xfrm>
            <a:off x="691078" y="236364"/>
            <a:ext cx="4114800" cy="417126"/>
          </a:xfrm>
        </p:spPr>
        <p:txBody>
          <a:bodyPr/>
          <a:lstStyle/>
          <a:p>
            <a:endParaRPr lang="en-US" dirty="0"/>
          </a:p>
        </p:txBody>
      </p:sp>
      <p:sp>
        <p:nvSpPr>
          <p:cNvPr id="6" name="Slide Number Placeholder 5">
            <a:extLst>
              <a:ext uri="{FF2B5EF4-FFF2-40B4-BE49-F238E27FC236}">
                <a16:creationId xmlns:a16="http://schemas.microsoft.com/office/drawing/2014/main" id="{37B53B71-D2FA-4DDC-9C9C-E26F7B591A8E}"/>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17459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D8D6B-70A2-430A-9F5D-DA093D8C16CF}"/>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94A2845-6CA6-4745-A951-25B8D5319D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049424-7A20-4BA1-9F60-671A5DBB3B13}"/>
              </a:ext>
            </a:extLst>
          </p:cNvPr>
          <p:cNvSpPr>
            <a:spLocks noGrp="1"/>
          </p:cNvSpPr>
          <p:nvPr>
            <p:ph type="dt" sz="half" idx="10"/>
          </p:nvPr>
        </p:nvSpPr>
        <p:spPr/>
        <p:txBody>
          <a:bodyPr/>
          <a:lstStyle/>
          <a:p>
            <a:fld id="{8F72BA41-EC5B-4197-BCC8-0FD2E523CD7A}" type="datetimeFigureOut">
              <a:rPr lang="en-US" smtClean="0"/>
              <a:t>4/21/2024</a:t>
            </a:fld>
            <a:endParaRPr lang="en-US"/>
          </a:p>
        </p:txBody>
      </p:sp>
      <p:sp>
        <p:nvSpPr>
          <p:cNvPr id="5" name="Footer Placeholder 4">
            <a:extLst>
              <a:ext uri="{FF2B5EF4-FFF2-40B4-BE49-F238E27FC236}">
                <a16:creationId xmlns:a16="http://schemas.microsoft.com/office/drawing/2014/main" id="{4F1BD2B2-E17F-402E-8EA3-5C7C1118A8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D23070-8658-4AC0-B2A3-4BE605A840F8}"/>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766832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69DB7AC-F7D7-430A-A2A7-CD3EBBF1D35D}"/>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66AAF10E-F092-4160-BF4A-FF568555B790}"/>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6341C04-9B94-4385-A661-7B8C17000497}"/>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4C1D709-6A0F-409C-B2D0-C248E562265E}"/>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999BE53-BA11-4B67-BFBB-6281DB50C75D}"/>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B662D93-31C1-4DFB-A938-E631F89AA9F0}"/>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7ECC8DA-0BEC-4508-89D4-12FA35B481F5}"/>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7DC8E6C-1B78-4B89-82DD-BBA778CD1482}"/>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8E5F54A-0315-4B15-B865-1F0460526260}"/>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DD7F352-DE39-4835-8D3F-69CDEC490F1E}"/>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9D6F20A-F777-4F41-B23B-735A64FA5DA3}"/>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1BBADBA-0F74-418B-BC50-AD44596C3EF8}"/>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918BE26-88E5-457C-8095-745F34D1536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B269E0-E058-4340-B93D-7D40FFF521F3}"/>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DDD9AEE-5501-4385-B339-4616F567B53D}"/>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4D29C61-8926-4C98-882B-AB90108C8386}"/>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AC585F9-B633-4F7E-AADE-75079DC17158}"/>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5DC6366-5525-4FBC-9886-D4409F6B2993}"/>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CC03CF9-098C-4140-806A-023D3DC3F2E3}"/>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9C41BC4-89DF-4EC4-A141-9EF16D8EEB5B}"/>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32AD067-E64C-499E-9C0A-A72525874417}"/>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653DD54-FA2B-4B91-A94E-3C46AE21B385}"/>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86AC204-156B-442E-B028-01036BD1F267}"/>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03512DE-F013-431A-9F6E-ADDA88FB2DD5}"/>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E95FEE1-61A9-4065-B9F8-5589180AC62B}"/>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028AA59-C1FA-46C0-BFDD-1C1D3404C81C}"/>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A5C99EE-B791-470A-8639-0357A751EB43}"/>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54F4204-F48B-4AF5-B11E-0CE7D972AC37}"/>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76643FE-3966-4B82-9623-C61A56EDD20C}"/>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DD769C5-B1B1-45BD-A40A-67E6568C8434}"/>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A511707-50C7-48B2-81F7-5C82BF57795C}"/>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38D44F3-CCFE-48A0-8414-FFF5E43D9184}"/>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D126FE0-8204-40BB-AD46-4A0C7A47514C}"/>
              </a:ext>
            </a:extLst>
          </p:cNvPr>
          <p:cNvSpPr>
            <a:spLocks noGrp="1"/>
          </p:cNvSpPr>
          <p:nvPr>
            <p:ph type="title"/>
          </p:nvPr>
        </p:nvSpPr>
        <p:spPr>
          <a:xfrm>
            <a:off x="691078" y="718115"/>
            <a:ext cx="10312571" cy="2781501"/>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B25E350-4200-419C-A167-527DD6B77792}"/>
              </a:ext>
            </a:extLst>
          </p:cNvPr>
          <p:cNvSpPr>
            <a:spLocks noGrp="1"/>
          </p:cNvSpPr>
          <p:nvPr>
            <p:ph type="body" idx="1"/>
          </p:nvPr>
        </p:nvSpPr>
        <p:spPr>
          <a:xfrm>
            <a:off x="691078" y="3753350"/>
            <a:ext cx="10312571" cy="1991572"/>
          </a:xfrm>
        </p:spPr>
        <p:txBody>
          <a:bodyPr/>
          <a:lstStyle>
            <a:lvl1pPr marL="0" indent="0">
              <a:buNone/>
              <a:defRPr lang="en-US" sz="2400" kern="1200" smtClean="0">
                <a:solidFill>
                  <a:schemeClr val="tx2"/>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39" name="Right Triangle 38">
            <a:extLst>
              <a:ext uri="{FF2B5EF4-FFF2-40B4-BE49-F238E27FC236}">
                <a16:creationId xmlns:a16="http://schemas.microsoft.com/office/drawing/2014/main" id="{6741F519-22CF-4C01-B140-5480DBAB30F8}"/>
              </a:ext>
              <a:ext uri="{C183D7F6-B498-43B3-948B-1728B52AA6E4}">
                <adec:decorative xmlns:adec="http://schemas.microsoft.com/office/drawing/2017/decorative" val="1"/>
              </a:ext>
            </a:extLst>
          </p:cNvPr>
          <p:cNvSpPr/>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D05D1550-9064-4767-B70A-3501AF956C94}"/>
              </a:ext>
            </a:extLst>
          </p:cNvPr>
          <p:cNvSpPr>
            <a:spLocks noGrp="1"/>
          </p:cNvSpPr>
          <p:nvPr>
            <p:ph type="dt" sz="half" idx="10"/>
          </p:nvPr>
        </p:nvSpPr>
        <p:spPr/>
        <p:txBody>
          <a:bodyPr/>
          <a:lstStyle/>
          <a:p>
            <a:fld id="{8F72BA41-EC5B-4197-BCC8-0FD2E523CD7A}" type="datetimeFigureOut">
              <a:rPr lang="en-US" smtClean="0"/>
              <a:t>4/21/2024</a:t>
            </a:fld>
            <a:endParaRPr lang="en-US"/>
          </a:p>
        </p:txBody>
      </p:sp>
      <p:sp>
        <p:nvSpPr>
          <p:cNvPr id="5" name="Footer Placeholder 4">
            <a:extLst>
              <a:ext uri="{FF2B5EF4-FFF2-40B4-BE49-F238E27FC236}">
                <a16:creationId xmlns:a16="http://schemas.microsoft.com/office/drawing/2014/main" id="{581E1C33-2E8E-4041-9683-12048CB8AB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D36992-B921-4F3F-9C4A-0D67E618D114}"/>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8592376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CFDF5-4B31-4F1B-83BA-82A9510379F2}"/>
              </a:ext>
            </a:extLst>
          </p:cNvPr>
          <p:cNvSpPr>
            <a:spLocks noGrp="1"/>
          </p:cNvSpPr>
          <p:nvPr>
            <p:ph type="title"/>
          </p:nvPr>
        </p:nvSpPr>
        <p:spPr>
          <a:xfrm>
            <a:off x="691078" y="722903"/>
            <a:ext cx="10312571" cy="1354844"/>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14EC9A6-F718-4497-8A75-637EE17458E0}"/>
              </a:ext>
            </a:extLst>
          </p:cNvPr>
          <p:cNvSpPr>
            <a:spLocks noGrp="1"/>
          </p:cNvSpPr>
          <p:nvPr>
            <p:ph sz="half" idx="1"/>
          </p:nvPr>
        </p:nvSpPr>
        <p:spPr>
          <a:xfrm>
            <a:off x="691078" y="2345843"/>
            <a:ext cx="5009584" cy="3274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D503E57-9695-4508-9778-B3DB1FB5FAB6}"/>
              </a:ext>
            </a:extLst>
          </p:cNvPr>
          <p:cNvSpPr>
            <a:spLocks noGrp="1"/>
          </p:cNvSpPr>
          <p:nvPr>
            <p:ph sz="half" idx="2"/>
          </p:nvPr>
        </p:nvSpPr>
        <p:spPr>
          <a:xfrm>
            <a:off x="5935075" y="2345843"/>
            <a:ext cx="5068574" cy="3274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474CEE6-B9DC-4CCC-8F4C-0B4DADFB0195}"/>
              </a:ext>
            </a:extLst>
          </p:cNvPr>
          <p:cNvSpPr>
            <a:spLocks noGrp="1"/>
          </p:cNvSpPr>
          <p:nvPr>
            <p:ph type="dt" sz="half" idx="10"/>
          </p:nvPr>
        </p:nvSpPr>
        <p:spPr/>
        <p:txBody>
          <a:bodyPr/>
          <a:lstStyle/>
          <a:p>
            <a:fld id="{8F72BA41-EC5B-4197-BCC8-0FD2E523CD7A}" type="datetimeFigureOut">
              <a:rPr lang="en-US" smtClean="0"/>
              <a:t>4/21/2024</a:t>
            </a:fld>
            <a:endParaRPr lang="en-US"/>
          </a:p>
        </p:txBody>
      </p:sp>
      <p:sp>
        <p:nvSpPr>
          <p:cNvPr id="6" name="Footer Placeholder 5">
            <a:extLst>
              <a:ext uri="{FF2B5EF4-FFF2-40B4-BE49-F238E27FC236}">
                <a16:creationId xmlns:a16="http://schemas.microsoft.com/office/drawing/2014/main" id="{2AC85191-5804-47C9-95EB-D49D715737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6B0A03-44F6-4299-B45D-E07A023906F0}"/>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20927093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920E6-CC97-4BD8-92FE-8F36024D0E38}"/>
              </a:ext>
            </a:extLst>
          </p:cNvPr>
          <p:cNvSpPr>
            <a:spLocks noGrp="1"/>
          </p:cNvSpPr>
          <p:nvPr>
            <p:ph type="title"/>
          </p:nvPr>
        </p:nvSpPr>
        <p:spPr>
          <a:xfrm>
            <a:off x="691078" y="722900"/>
            <a:ext cx="10320062" cy="1407505"/>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73872FB-EDD5-42FB-8A9A-279EAD4FB0D9}"/>
              </a:ext>
            </a:extLst>
          </p:cNvPr>
          <p:cNvSpPr>
            <a:spLocks noGrp="1"/>
          </p:cNvSpPr>
          <p:nvPr>
            <p:ph type="body" idx="1"/>
          </p:nvPr>
        </p:nvSpPr>
        <p:spPr>
          <a:xfrm>
            <a:off x="691078" y="2331481"/>
            <a:ext cx="4963444" cy="54007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5F28C1-95C8-476A-8D93-D580DD39D8F7}"/>
              </a:ext>
            </a:extLst>
          </p:cNvPr>
          <p:cNvSpPr>
            <a:spLocks noGrp="1"/>
          </p:cNvSpPr>
          <p:nvPr>
            <p:ph sz="half" idx="2"/>
          </p:nvPr>
        </p:nvSpPr>
        <p:spPr>
          <a:xfrm>
            <a:off x="691078" y="2954564"/>
            <a:ext cx="4963444" cy="2790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4315485-EE1A-41B0-873A-BA9D06E88BFD}"/>
              </a:ext>
            </a:extLst>
          </p:cNvPr>
          <p:cNvSpPr>
            <a:spLocks noGrp="1"/>
          </p:cNvSpPr>
          <p:nvPr>
            <p:ph type="body" sz="quarter" idx="3"/>
          </p:nvPr>
        </p:nvSpPr>
        <p:spPr>
          <a:xfrm>
            <a:off x="6103351" y="2331481"/>
            <a:ext cx="4900298" cy="54007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581A6FB-1583-4A1B-A4A7-C65062C57B73}"/>
              </a:ext>
            </a:extLst>
          </p:cNvPr>
          <p:cNvSpPr>
            <a:spLocks noGrp="1"/>
          </p:cNvSpPr>
          <p:nvPr>
            <p:ph sz="quarter" idx="4"/>
          </p:nvPr>
        </p:nvSpPr>
        <p:spPr>
          <a:xfrm>
            <a:off x="6103351" y="2954564"/>
            <a:ext cx="4900298" cy="2790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3A29EA7-E61E-4617-9DA9-40B9299B3287}"/>
              </a:ext>
            </a:extLst>
          </p:cNvPr>
          <p:cNvSpPr>
            <a:spLocks noGrp="1"/>
          </p:cNvSpPr>
          <p:nvPr>
            <p:ph type="dt" sz="half" idx="10"/>
          </p:nvPr>
        </p:nvSpPr>
        <p:spPr>
          <a:xfrm>
            <a:off x="683587" y="6215870"/>
            <a:ext cx="3843779" cy="417126"/>
          </a:xfrm>
        </p:spPr>
        <p:txBody>
          <a:bodyPr/>
          <a:lstStyle/>
          <a:p>
            <a:fld id="{8F72BA41-EC5B-4197-BCC8-0FD2E523CD7A}" type="datetimeFigureOut">
              <a:rPr lang="en-US" smtClean="0"/>
              <a:t>4/21/2024</a:t>
            </a:fld>
            <a:endParaRPr lang="en-US"/>
          </a:p>
        </p:txBody>
      </p:sp>
      <p:sp>
        <p:nvSpPr>
          <p:cNvPr id="8" name="Footer Placeholder 7">
            <a:extLst>
              <a:ext uri="{FF2B5EF4-FFF2-40B4-BE49-F238E27FC236}">
                <a16:creationId xmlns:a16="http://schemas.microsoft.com/office/drawing/2014/main" id="{D56249CC-EB72-46A6-87D9-5FBDA8E450EC}"/>
              </a:ext>
            </a:extLst>
          </p:cNvPr>
          <p:cNvSpPr>
            <a:spLocks noGrp="1"/>
          </p:cNvSpPr>
          <p:nvPr>
            <p:ph type="ftr" sz="quarter" idx="11"/>
          </p:nvPr>
        </p:nvSpPr>
        <p:spPr>
          <a:xfrm>
            <a:off x="691078" y="236364"/>
            <a:ext cx="4114800" cy="417126"/>
          </a:xfrm>
        </p:spPr>
        <p:txBody>
          <a:bodyPr/>
          <a:lstStyle/>
          <a:p>
            <a:endParaRPr lang="en-US" dirty="0"/>
          </a:p>
        </p:txBody>
      </p:sp>
      <p:sp>
        <p:nvSpPr>
          <p:cNvPr id="9" name="Slide Number Placeholder 8">
            <a:extLst>
              <a:ext uri="{FF2B5EF4-FFF2-40B4-BE49-F238E27FC236}">
                <a16:creationId xmlns:a16="http://schemas.microsoft.com/office/drawing/2014/main" id="{EAA04EE7-47BE-4ECE-A170-793C4E569518}"/>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114821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E4946-24AD-40DD-95A7-49BA49C227DF}"/>
              </a:ext>
            </a:extLst>
          </p:cNvPr>
          <p:cNvSpPr>
            <a:spLocks noGrp="1"/>
          </p:cNvSpPr>
          <p:nvPr>
            <p:ph type="title"/>
          </p:nvPr>
        </p:nvSpPr>
        <p:spPr>
          <a:xfrm>
            <a:off x="691078" y="722903"/>
            <a:ext cx="10501177" cy="1401231"/>
          </a:xfrm>
        </p:spPr>
        <p:txBody>
          <a:bodyPr/>
          <a:lstStyle>
            <a:lvl1pPr>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7D8CF342-49F6-482D-943E-7E50B1694AE3}"/>
              </a:ext>
            </a:extLst>
          </p:cNvPr>
          <p:cNvSpPr>
            <a:spLocks noGrp="1"/>
          </p:cNvSpPr>
          <p:nvPr>
            <p:ph type="dt" sz="half" idx="10"/>
          </p:nvPr>
        </p:nvSpPr>
        <p:spPr/>
        <p:txBody>
          <a:bodyPr/>
          <a:lstStyle/>
          <a:p>
            <a:fld id="{8F72BA41-EC5B-4197-BCC8-0FD2E523CD7A}" type="datetimeFigureOut">
              <a:rPr lang="en-US" smtClean="0"/>
              <a:t>4/21/2024</a:t>
            </a:fld>
            <a:endParaRPr lang="en-US"/>
          </a:p>
        </p:txBody>
      </p:sp>
      <p:sp>
        <p:nvSpPr>
          <p:cNvPr id="4" name="Footer Placeholder 3">
            <a:extLst>
              <a:ext uri="{FF2B5EF4-FFF2-40B4-BE49-F238E27FC236}">
                <a16:creationId xmlns:a16="http://schemas.microsoft.com/office/drawing/2014/main" id="{064033E5-3797-4FF8-866F-9FD9325A9FAB}"/>
              </a:ext>
            </a:extLst>
          </p:cNvPr>
          <p:cNvSpPr>
            <a:spLocks noGrp="1"/>
          </p:cNvSpPr>
          <p:nvPr>
            <p:ph type="ftr" sz="quarter" idx="11"/>
          </p:nvPr>
        </p:nvSpPr>
        <p:spPr>
          <a:xfrm>
            <a:off x="691078" y="236364"/>
            <a:ext cx="4114800" cy="417126"/>
          </a:xfrm>
        </p:spPr>
        <p:txBody>
          <a:bodyPr/>
          <a:lstStyle/>
          <a:p>
            <a:endParaRPr lang="en-US"/>
          </a:p>
        </p:txBody>
      </p:sp>
      <p:sp>
        <p:nvSpPr>
          <p:cNvPr id="5" name="Slide Number Placeholder 4">
            <a:extLst>
              <a:ext uri="{FF2B5EF4-FFF2-40B4-BE49-F238E27FC236}">
                <a16:creationId xmlns:a16="http://schemas.microsoft.com/office/drawing/2014/main" id="{66DC1E67-424D-4638-98F8-38E71A410011}"/>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20575118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45BED274-5EB4-4EF4-B353-E55BD502655C}"/>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6" name="Straight Connector 5">
              <a:extLst>
                <a:ext uri="{FF2B5EF4-FFF2-40B4-BE49-F238E27FC236}">
                  <a16:creationId xmlns:a16="http://schemas.microsoft.com/office/drawing/2014/main" id="{E0418BE5-560E-4E49-B12D-B555511FED72}"/>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49D1162-73B9-420F-BCBE-95039D00CD24}"/>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2BA76FE-316A-48E2-A03B-4E05691C4348}"/>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E678FBC-A6AD-4422-BA24-A4172F8862CA}"/>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D3C5C3E-2D08-43F0-AFAC-E15360CA7D34}"/>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0BEAC62-AF92-4A65-9790-6F6E0C6C5A1F}"/>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C77D7C5-E76E-4E82-BFC4-9A75D2C8089D}"/>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66E0152-96B9-4067-80D3-D9BDE6D7EC95}"/>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918AFCC-B9DA-4092-8FBA-2CFEDB0388E3}"/>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1EC7D33-C87E-4812-A722-53C5D99272B5}"/>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5F239E3-501A-4C3C-9BE4-6BFA0D3126B7}"/>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62BF3B-95BB-4188-AAE5-015A0EF3D18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14E5F0F-0124-40D0-A0BF-AE307A0E15F4}"/>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BADC3B1-26C7-4CF1-B29D-4D0DEA3E2633}"/>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0A7DF6E-1132-4A80-9B18-593B1ACD7784}"/>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EF19589-10D8-4A8F-A0B1-F7CE380E3001}"/>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8E6BB32-C4F8-4914-88D3-7DC5E79D023E}"/>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8F046EE-9DBA-4924-A19C-ED8741F5F810}"/>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AABBC44-ABA8-4913-824E-64D344724644}"/>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4272B22-1C39-47A0-8551-73666AFBEEC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8CDFF66-464C-4ABF-BB01-00500A3B7517}"/>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079FC88-BD3B-4C04-9B90-0FC93C179217}"/>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1FCAED8-8687-4141-A7C3-0D88ACEDFECA}"/>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65038E6-7B32-460F-B804-D6C105FF44C9}"/>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C5DAE85-AD17-454B-AB64-CEFF52FDAB9D}"/>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C603643-2066-4967-AE4B-9DA143843B25}"/>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37E9533-9B07-43E3-B939-7BADC01FEE86}"/>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DCCAAEE-AB2E-4534-893A-3DB109499FBB}"/>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8BD39A2-970F-4714-AAA6-67EE99A0EAA9}"/>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F4A1387-348B-4E46-9B65-FDF76ED0EF20}"/>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F5DAF27-A54D-442A-93E4-BA7F04EAE379}"/>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Date Placeholder 1">
            <a:extLst>
              <a:ext uri="{FF2B5EF4-FFF2-40B4-BE49-F238E27FC236}">
                <a16:creationId xmlns:a16="http://schemas.microsoft.com/office/drawing/2014/main" id="{D2EA265F-80A1-448D-A6EB-CE8D6F6EC723}"/>
              </a:ext>
            </a:extLst>
          </p:cNvPr>
          <p:cNvSpPr>
            <a:spLocks noGrp="1"/>
          </p:cNvSpPr>
          <p:nvPr>
            <p:ph type="dt" sz="half" idx="10"/>
          </p:nvPr>
        </p:nvSpPr>
        <p:spPr/>
        <p:txBody>
          <a:bodyPr/>
          <a:lstStyle/>
          <a:p>
            <a:fld id="{8F72BA41-EC5B-4197-BCC8-0FD2E523CD7A}" type="datetimeFigureOut">
              <a:rPr lang="en-US" smtClean="0"/>
              <a:t>4/21/2024</a:t>
            </a:fld>
            <a:endParaRPr lang="en-US"/>
          </a:p>
        </p:txBody>
      </p:sp>
      <p:sp>
        <p:nvSpPr>
          <p:cNvPr id="3" name="Footer Placeholder 2">
            <a:extLst>
              <a:ext uri="{FF2B5EF4-FFF2-40B4-BE49-F238E27FC236}">
                <a16:creationId xmlns:a16="http://schemas.microsoft.com/office/drawing/2014/main" id="{4815D00D-89E6-4E7A-9A4D-A8CCEB3BED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22B5AEA-8C38-4776-878C-AB01474D9171}"/>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29176086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40" name="Right Triangle 39">
            <a:extLst>
              <a:ext uri="{FF2B5EF4-FFF2-40B4-BE49-F238E27FC236}">
                <a16:creationId xmlns:a16="http://schemas.microsoft.com/office/drawing/2014/main" id="{C4853C57-22BC-4465-8B37-DC06FE5A0003}"/>
              </a:ext>
              <a:ext uri="{C183D7F6-B498-43B3-948B-1728B52AA6E4}">
                <adec:decorative xmlns:adec="http://schemas.microsoft.com/office/drawing/2017/decorative" val="1"/>
              </a:ext>
            </a:extLst>
          </p:cNvPr>
          <p:cNvSpPr/>
          <p:nvPr/>
        </p:nvSpPr>
        <p:spPr>
          <a:xfrm rot="13500000">
            <a:off x="-281092" y="314485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7E67C0A6-48E9-4845-9EBF-EF2A3DFD274F}"/>
              </a:ext>
            </a:extLst>
          </p:cNvPr>
          <p:cNvSpPr>
            <a:spLocks noGrp="1"/>
          </p:cNvSpPr>
          <p:nvPr>
            <p:ph type="title"/>
          </p:nvPr>
        </p:nvSpPr>
        <p:spPr>
          <a:xfrm>
            <a:off x="683587" y="713677"/>
            <a:ext cx="4499914" cy="2996581"/>
          </a:xfrm>
        </p:spPr>
        <p:txBody>
          <a:bodyPr anchor="b">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2A8B542-2084-485C-ABFC-94340B4C7E77}"/>
              </a:ext>
            </a:extLst>
          </p:cNvPr>
          <p:cNvSpPr>
            <a:spLocks noGrp="1"/>
          </p:cNvSpPr>
          <p:nvPr>
            <p:ph idx="1"/>
          </p:nvPr>
        </p:nvSpPr>
        <p:spPr>
          <a:xfrm>
            <a:off x="5698672" y="708102"/>
            <a:ext cx="5656716" cy="543064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9647791F-9546-470D-A174-D75285263C2C}"/>
              </a:ext>
            </a:extLst>
          </p:cNvPr>
          <p:cNvSpPr>
            <a:spLocks noGrp="1"/>
          </p:cNvSpPr>
          <p:nvPr>
            <p:ph type="body" sz="half" idx="2"/>
          </p:nvPr>
        </p:nvSpPr>
        <p:spPr>
          <a:xfrm>
            <a:off x="683587" y="3976544"/>
            <a:ext cx="4499914" cy="2162201"/>
          </a:xfrm>
        </p:spPr>
        <p:txBody>
          <a:bodyPr>
            <a:normAutofit/>
          </a:bodyPr>
          <a:lstStyle>
            <a:lvl1pPr marL="0" indent="0">
              <a:buNone/>
              <a:defRPr lang="en-US" sz="2400" b="0" i="1"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10000"/>
              </a:lnSpc>
              <a:spcBef>
                <a:spcPts val="1000"/>
              </a:spcBef>
              <a:buClr>
                <a:schemeClr val="tx2">
                  <a:lumMod val="50000"/>
                  <a:lumOff val="50000"/>
                </a:schemeClr>
              </a:buClr>
              <a:buSzPct val="75000"/>
              <a:buFont typeface="Wingdings" panose="05000000000000000000" pitchFamily="2" charset="2"/>
              <a:buNone/>
            </a:pPr>
            <a:r>
              <a:rPr lang="en-US"/>
              <a:t>Click to edit Master text styles</a:t>
            </a:r>
          </a:p>
        </p:txBody>
      </p:sp>
      <p:grpSp>
        <p:nvGrpSpPr>
          <p:cNvPr id="8" name="Group 7">
            <a:extLst>
              <a:ext uri="{FF2B5EF4-FFF2-40B4-BE49-F238E27FC236}">
                <a16:creationId xmlns:a16="http://schemas.microsoft.com/office/drawing/2014/main" id="{0550D594-9D00-4E12-9A7B-8B78EC199482}"/>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9" name="Straight Connector 8">
              <a:extLst>
                <a:ext uri="{FF2B5EF4-FFF2-40B4-BE49-F238E27FC236}">
                  <a16:creationId xmlns:a16="http://schemas.microsoft.com/office/drawing/2014/main" id="{C5DEA230-2680-47DD-BD49-FDBF4C1105A5}"/>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0BA61D-887F-46F1-B20D-EA4C38D467CE}"/>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350DFBA-D16D-4AE0-8339-58C4089B94AD}"/>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F4AAAA5-CEFC-4C25-91D3-5AE49F720DA5}"/>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4D142AD-3FA3-43E4-8A61-61CF1E415684}"/>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C3755A3-93F4-4EC4-9635-7E89E4AF1D3F}"/>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0BFB588-0AB8-4BD8-9272-1CA867726018}"/>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45A6DF3-CF29-4480-A235-EAE88D65A63C}"/>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D6FF036-365A-4C15-8E15-0D5BBEBCEA58}"/>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85E76FF-4E86-4E42-B67E-B11AAE8D3076}"/>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1A64CEE-7CED-4EB2-A414-6F2D91E824F9}"/>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12C571B-47A6-49EB-A29F-678368BAED9F}"/>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160B109-845C-4119-BB66-9887B3859A7D}"/>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68B7447-FF64-42D9-B3C6-2BDC6F547EDE}"/>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FFF9B71-8653-450D-AFBE-2140D586FB50}"/>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F0B9E5A-C1DA-445C-A911-721DF98DDCDD}"/>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5C9A3DC-A478-4469-9359-34A435689F36}"/>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7DE3299-EED7-4771-A270-F6B02941AD65}"/>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434422A-5B59-41DC-8E2A-1A8244580E30}"/>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A176117-0990-434B-A9D9-B4B9043C5447}"/>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7D6425E-C84A-462F-98F8-D0AB4FC3AF88}"/>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F13AB68-7321-4AC2-AC60-0F417877D078}"/>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E275CCE-D06F-49D0-8A47-372C5040330B}"/>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D4B374E-EEBC-4A9C-B3B4-B269EC719857}"/>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D80A7E6-BBEF-4EF1-B14A-29F26BFCF8E6}"/>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D7BC013-9B50-459D-8B8D-F756514A478B}"/>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48964C0-675D-4807-B795-4B695A8F8420}"/>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6911512-51A8-4CE7-A043-425C809EB5FB}"/>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3C15D1E-0EDF-4AD7-90C7-3D8D64E645DB}"/>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8265A2D-2A6A-4301-B59F-8BAD98D9A57B}"/>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4A4907F-2D1D-49D1-882D-119AA5E1183B}"/>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5" name="Date Placeholder 4">
            <a:extLst>
              <a:ext uri="{FF2B5EF4-FFF2-40B4-BE49-F238E27FC236}">
                <a16:creationId xmlns:a16="http://schemas.microsoft.com/office/drawing/2014/main" id="{AF6A2284-37AB-43F5-98B8-8AB49DBFA9F5}"/>
              </a:ext>
            </a:extLst>
          </p:cNvPr>
          <p:cNvSpPr>
            <a:spLocks noGrp="1"/>
          </p:cNvSpPr>
          <p:nvPr>
            <p:ph type="dt" sz="half" idx="10"/>
          </p:nvPr>
        </p:nvSpPr>
        <p:spPr/>
        <p:txBody>
          <a:bodyPr/>
          <a:lstStyle/>
          <a:p>
            <a:fld id="{8F72BA41-EC5B-4197-BCC8-0FD2E523CD7A}" type="datetimeFigureOut">
              <a:rPr lang="en-US" smtClean="0"/>
              <a:t>4/21/2024</a:t>
            </a:fld>
            <a:endParaRPr lang="en-US"/>
          </a:p>
        </p:txBody>
      </p:sp>
      <p:sp>
        <p:nvSpPr>
          <p:cNvPr id="6" name="Footer Placeholder 5">
            <a:extLst>
              <a:ext uri="{FF2B5EF4-FFF2-40B4-BE49-F238E27FC236}">
                <a16:creationId xmlns:a16="http://schemas.microsoft.com/office/drawing/2014/main" id="{9AD8ABAA-E2F7-4C89-99ED-2C340220DD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52EF12-B2CD-4F3C-9F19-A86915405017}"/>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414619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DDA6865-0A03-48FA-AD6E-D5BF8FDE9272}"/>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9" name="Straight Connector 8">
              <a:extLst>
                <a:ext uri="{FF2B5EF4-FFF2-40B4-BE49-F238E27FC236}">
                  <a16:creationId xmlns:a16="http://schemas.microsoft.com/office/drawing/2014/main" id="{2277E8EB-0DA2-40E4-AD12-1CCD0D262D0B}"/>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5BFE9F8-907A-4FFC-9FDE-2B51D238C40E}"/>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BDDC323-8732-4007-BB81-1BE917E3B2FF}"/>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908FC40-8403-438D-95CA-E4EDC66192A9}"/>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411D218-3FEA-4455-9809-91F029FB55AE}"/>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541390F-BE50-4E4E-9DA2-B5F23F1A93D8}"/>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EB3F094-97B5-48E1-A4DE-8BEED2550283}"/>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D4DBB43-CB34-4881-9445-A7FE131D5327}"/>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B71F972-027A-47F0-996C-84BFE4574050}"/>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C41353D-93C8-43F8-BBDE-7AB6B29EC38C}"/>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CF07B24-CBD8-4F09-81EB-504285F8E115}"/>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27873BB-1D79-4055-801C-BDA0F9A1513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008D42B-2F35-497E-A26D-9AF008619D43}"/>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7F57499-C4D9-4B7D-BADA-38462AA3164E}"/>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271F2B9-1FFA-4350-9370-B098459A2324}"/>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8FBAFFC-DC8F-4BB4-B405-E4AAA269AED4}"/>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4FCE64-D7A5-411A-8795-932DD39F9520}"/>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0B4ECFC-FD43-44CF-B7FA-2A8C5651400F}"/>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9DFBC12-1E1D-44DE-9966-BAB05B246636}"/>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9BEF096-361C-478B-81EB-37584119BFEE}"/>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FC81993-CE86-4910-B9CE-B69375BDCEE3}"/>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75613D7-9FB0-4D33-8784-EC059DE019C8}"/>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520AFD9-E849-4F42-99B2-928E6098C29A}"/>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A200B0B-91CD-4D66-ADFC-9585D283103C}"/>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5DB0C45-30CE-4C85-95C6-FFF4977C646A}"/>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C31604-5F93-436D-A9D2-A48846D4E0DE}"/>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FF1B965-7DE1-4AE3-B28B-DB6847BC52CC}"/>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FD9FB65-4392-4D6A-8ACC-8151F682BFE8}"/>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B40380C-3493-4AFE-BF13-AE68A8D244B4}"/>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CB21DF1-4859-4991-9C10-F8FA68F41013}"/>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354AD212-17DC-4506-AAA0-34A46A0B11C3}"/>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35B556E7-762B-4E18-A961-A4F7A9ECF9D8}"/>
              </a:ext>
            </a:extLst>
          </p:cNvPr>
          <p:cNvSpPr>
            <a:spLocks noGrp="1"/>
          </p:cNvSpPr>
          <p:nvPr>
            <p:ph type="title"/>
          </p:nvPr>
        </p:nvSpPr>
        <p:spPr>
          <a:xfrm>
            <a:off x="683587" y="713677"/>
            <a:ext cx="4434823" cy="3020519"/>
          </a:xfrm>
        </p:spPr>
        <p:txBody>
          <a:bodyPr anchor="b">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FB7118AF-C54D-406D-AABE-AED6576D1281}"/>
              </a:ext>
            </a:extLst>
          </p:cNvPr>
          <p:cNvSpPr>
            <a:spLocks noGrp="1"/>
          </p:cNvSpPr>
          <p:nvPr>
            <p:ph type="pic" idx="1"/>
          </p:nvPr>
        </p:nvSpPr>
        <p:spPr>
          <a:xfrm>
            <a:off x="5698672" y="713677"/>
            <a:ext cx="5304977" cy="543064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0" name="Right Triangle 39">
            <a:extLst>
              <a:ext uri="{FF2B5EF4-FFF2-40B4-BE49-F238E27FC236}">
                <a16:creationId xmlns:a16="http://schemas.microsoft.com/office/drawing/2014/main" id="{205CDEB9-8DED-4711-8140-4C943FC2CDA0}"/>
              </a:ext>
              <a:ext uri="{C183D7F6-B498-43B3-948B-1728B52AA6E4}">
                <adec:decorative xmlns:adec="http://schemas.microsoft.com/office/drawing/2017/decorative" val="1"/>
              </a:ext>
            </a:extLst>
          </p:cNvPr>
          <p:cNvSpPr/>
          <p:nvPr/>
        </p:nvSpPr>
        <p:spPr>
          <a:xfrm rot="13500000">
            <a:off x="-281093" y="314330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Text Placeholder 3">
            <a:extLst>
              <a:ext uri="{FF2B5EF4-FFF2-40B4-BE49-F238E27FC236}">
                <a16:creationId xmlns:a16="http://schemas.microsoft.com/office/drawing/2014/main" id="{02E13C3F-6360-4760-9477-C3831A6E26EF}"/>
              </a:ext>
            </a:extLst>
          </p:cNvPr>
          <p:cNvSpPr>
            <a:spLocks noGrp="1"/>
          </p:cNvSpPr>
          <p:nvPr>
            <p:ph type="body" sz="half" idx="2"/>
          </p:nvPr>
        </p:nvSpPr>
        <p:spPr>
          <a:xfrm>
            <a:off x="683587" y="3970330"/>
            <a:ext cx="4434823" cy="2173992"/>
          </a:xfrm>
        </p:spPr>
        <p:txBody>
          <a:bodyPr/>
          <a:lstStyle>
            <a:lvl1pPr marL="0" indent="0">
              <a:buNone/>
              <a:defRPr lang="en-US" sz="2400" b="0" i="1"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192D3B-60EE-4FC5-9ED7-4445300844CA}"/>
              </a:ext>
            </a:extLst>
          </p:cNvPr>
          <p:cNvSpPr>
            <a:spLocks noGrp="1"/>
          </p:cNvSpPr>
          <p:nvPr>
            <p:ph type="dt" sz="half" idx="10"/>
          </p:nvPr>
        </p:nvSpPr>
        <p:spPr/>
        <p:txBody>
          <a:bodyPr/>
          <a:lstStyle/>
          <a:p>
            <a:fld id="{8F72BA41-EC5B-4197-BCC8-0FD2E523CD7A}" type="datetimeFigureOut">
              <a:rPr lang="en-US" smtClean="0"/>
              <a:t>4/21/2024</a:t>
            </a:fld>
            <a:endParaRPr lang="en-US"/>
          </a:p>
        </p:txBody>
      </p:sp>
      <p:sp>
        <p:nvSpPr>
          <p:cNvPr id="6" name="Footer Placeholder 5">
            <a:extLst>
              <a:ext uri="{FF2B5EF4-FFF2-40B4-BE49-F238E27FC236}">
                <a16:creationId xmlns:a16="http://schemas.microsoft.com/office/drawing/2014/main" id="{5BCF831E-9B19-4936-8BC9-F62A9B118B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71E1D1-F7A2-40D0-91DA-07468A9651E7}"/>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978771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BD70F-ACE4-4595-845E-2296BDF83B5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6978CD9-E0B5-4B48-8366-91E6D22C9F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FAF4B4-44D3-4E29-B235-A1B868207789}"/>
              </a:ext>
            </a:extLst>
          </p:cNvPr>
          <p:cNvSpPr>
            <a:spLocks noGrp="1"/>
          </p:cNvSpPr>
          <p:nvPr>
            <p:ph type="dt" sz="half" idx="10"/>
          </p:nvPr>
        </p:nvSpPr>
        <p:spPr/>
        <p:txBody>
          <a:bodyPr/>
          <a:lstStyle/>
          <a:p>
            <a:fld id="{8F72BA41-EC5B-4197-BCC8-0FD2E523CD7A}" type="datetimeFigureOut">
              <a:rPr lang="en-US" smtClean="0"/>
              <a:t>4/21/2024</a:t>
            </a:fld>
            <a:endParaRPr lang="en-US"/>
          </a:p>
        </p:txBody>
      </p:sp>
      <p:sp>
        <p:nvSpPr>
          <p:cNvPr id="5" name="Footer Placeholder 4">
            <a:extLst>
              <a:ext uri="{FF2B5EF4-FFF2-40B4-BE49-F238E27FC236}">
                <a16:creationId xmlns:a16="http://schemas.microsoft.com/office/drawing/2014/main" id="{E2D7BA37-9639-480E-84AB-EA277225CA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BFC658-154E-48DE-AD31-813E5170C93C}"/>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511850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65405209-5179-4359-91ED-1B1A46619A99}"/>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0E32344F-3BE0-4CE8-B1BD-9ABD425E1C0D}"/>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99DE306-F4FB-4730-A066-ADF38D739563}"/>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CB32885-303F-477F-A081-27425944F230}"/>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60C0C0B-4CD0-467D-A382-2B2415102C48}"/>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88DF0F-327F-43A5-AB71-3D32053D83CA}"/>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98A0902-2662-4911-A532-AA6310861479}"/>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ABDA4F7-23F4-46D1-8B7E-A21DD84083E1}"/>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7FC9FC2-8808-438E-8FFB-5FE416BFB5C8}"/>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04694E5-71F9-4210-9BE8-FC12CC177BD3}"/>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B37E805-A7E5-4906-B0C5-1373F3DA9628}"/>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A4CD964-FBD6-41AB-8A02-9509A2BAC11F}"/>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9CD7FF8-E827-4E0A-BCE2-CCB34EDAC0FC}"/>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C4AD6BB-F1EE-4FB8-96E8-6890447800EC}"/>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E935057-E0A3-4DAE-B9C8-6E818D7A7205}"/>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08DDF69-1C14-453C-BC3A-37D3FE69DFC7}"/>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6C26D82-15BA-4B2E-A42D-2ECA8012D307}"/>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7F73B67-E5E9-4000-91DA-034B2127EFD2}"/>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AFAC1B5-F0DD-4FC0-B4C9-77CB29DF4425}"/>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9ACB3DB-54B2-4CEE-A791-C6FC6C758DAE}"/>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8324004-1030-47D9-B817-425FF6ECCEC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AA001C4-81AB-4FA6-ADAA-C8618056353B}"/>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D1DAD34-7844-4F16-9874-F51F2A23B9EA}"/>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7DCBC6D-1BDA-4CB1-A3EC-59F240C8FA19}"/>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5B3C1A0-58E7-47E4-831B-CF3EE21D1E90}"/>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8A09FAA-E123-4FE4-B67A-9EBDE1A3130F}"/>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317B7C6-C816-4A58-B184-135E4FD19F55}"/>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4D22ABB-4CE8-47DC-80BF-39B3E4CF7048}"/>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A17DE37-A292-4031-AF42-CDB00A13EE76}"/>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73EF673-CB75-435F-9BF3-7594EC3ADF8F}"/>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35F4581-15F6-47EE-87D0-1132A093DBA5}"/>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65CF984-F5BD-45C4-9A12-B02DB4F044E1}"/>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39" name="Right Triangle 38">
            <a:extLst>
              <a:ext uri="{FF2B5EF4-FFF2-40B4-BE49-F238E27FC236}">
                <a16:creationId xmlns:a16="http://schemas.microsoft.com/office/drawing/2014/main" id="{ACE66A86-8455-497B-9CA4-F460A19E5FBB}"/>
              </a:ext>
              <a:ext uri="{C183D7F6-B498-43B3-948B-1728B52AA6E4}">
                <adec:decorative xmlns:adec="http://schemas.microsoft.com/office/drawing/2017/decorative" val="1"/>
              </a:ext>
            </a:extLst>
          </p:cNvPr>
          <p:cNvSpPr/>
          <p:nvPr/>
        </p:nvSpPr>
        <p:spPr>
          <a:xfrm rot="18900000">
            <a:off x="7770390" y="-287370"/>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Vertical Title 1">
            <a:extLst>
              <a:ext uri="{FF2B5EF4-FFF2-40B4-BE49-F238E27FC236}">
                <a16:creationId xmlns:a16="http://schemas.microsoft.com/office/drawing/2014/main" id="{5868C62B-71EF-4824-9EE8-6CAE17984232}"/>
              </a:ext>
            </a:extLst>
          </p:cNvPr>
          <p:cNvSpPr>
            <a:spLocks noGrp="1"/>
          </p:cNvSpPr>
          <p:nvPr>
            <p:ph type="title" orient="vert"/>
          </p:nvPr>
        </p:nvSpPr>
        <p:spPr>
          <a:xfrm>
            <a:off x="7707774" y="715616"/>
            <a:ext cx="3295876" cy="5026597"/>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243E4C8-4AA9-49D7-BF71-1AB5F2CFE1FC}"/>
              </a:ext>
            </a:extLst>
          </p:cNvPr>
          <p:cNvSpPr>
            <a:spLocks noGrp="1"/>
          </p:cNvSpPr>
          <p:nvPr>
            <p:ph type="body" orient="vert" idx="1"/>
          </p:nvPr>
        </p:nvSpPr>
        <p:spPr>
          <a:xfrm>
            <a:off x="683588" y="715616"/>
            <a:ext cx="6770448" cy="502659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97898B3-014E-440B-BA4E-106339212804}"/>
              </a:ext>
            </a:extLst>
          </p:cNvPr>
          <p:cNvSpPr>
            <a:spLocks noGrp="1"/>
          </p:cNvSpPr>
          <p:nvPr>
            <p:ph type="dt" sz="half" idx="10"/>
          </p:nvPr>
        </p:nvSpPr>
        <p:spPr/>
        <p:txBody>
          <a:bodyPr/>
          <a:lstStyle/>
          <a:p>
            <a:fld id="{8F72BA41-EC5B-4197-BCC8-0FD2E523CD7A}" type="datetimeFigureOut">
              <a:rPr lang="en-US" smtClean="0"/>
              <a:t>4/21/2024</a:t>
            </a:fld>
            <a:endParaRPr lang="en-US"/>
          </a:p>
        </p:txBody>
      </p:sp>
      <p:sp>
        <p:nvSpPr>
          <p:cNvPr id="5" name="Footer Placeholder 4">
            <a:extLst>
              <a:ext uri="{FF2B5EF4-FFF2-40B4-BE49-F238E27FC236}">
                <a16:creationId xmlns:a16="http://schemas.microsoft.com/office/drawing/2014/main" id="{81C22643-CE63-4C3E-B437-5A1A5EF911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D1CE5E-160A-4B37-94E2-3D9DC75BFFAF}"/>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48963120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39" name="Group 38">
            <a:extLst>
              <a:ext uri="{FF2B5EF4-FFF2-40B4-BE49-F238E27FC236}">
                <a16:creationId xmlns:a16="http://schemas.microsoft.com/office/drawing/2014/main" id="{BDF0D99C-5D42-41C6-A50C-C4E2D6B2A36E}"/>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40" name="Straight Connector 39">
              <a:extLst>
                <a:ext uri="{FF2B5EF4-FFF2-40B4-BE49-F238E27FC236}">
                  <a16:creationId xmlns:a16="http://schemas.microsoft.com/office/drawing/2014/main" id="{5F28962D-50BA-43F8-8863-28ECE711D3FC}"/>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80F5939-D4E0-46FD-9A5A-5D648E381092}"/>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633D331-78CB-40A1-B167-8185EC5D707B}"/>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512E4B1-E78E-49E7-AA36-374CC1B084E4}"/>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7D46340-CBFC-490F-B44E-7AA8FBF58B05}"/>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3575C26C-3EBD-4AA9-BA4D-2561E295D65D}"/>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235DB6BE-E065-4559-BF5C-36B56B379040}"/>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3DA54272-CD9D-4F68-BBAB-4F0C0C3EC635}"/>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002CE8F-9256-4F2C-B474-58873717119E}"/>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9C9DE9F-4252-401D-913E-B74C9E326F98}"/>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FE4E69B-534F-4A80-9E1C-798BEE1B0795}"/>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7564E1C-009C-4832-AE8D-E98286693F0C}"/>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305DF1C-5801-43F2-A8B9-5351369418C0}"/>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06E71C8-0783-4E17-9B34-F51231DD2954}"/>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D908F17-2A89-4B0A-A2EA-692390969FE0}"/>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BE22751-380F-44F9-BEED-0A553CF87BE5}"/>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7B27910-846F-4E4E-B588-F5B2E026FE96}"/>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E6E0501E-134E-46D7-984F-3A382B0BB29B}"/>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0A83974-CBD7-4A69-9D84-2D3BBDE027A5}"/>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A503E931-00D4-4B0C-BC69-49FE5C766518}"/>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7732A30-BE2F-4D71-BC37-60F7B44591B9}"/>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0C8EB840-DE7D-4E67-989C-F4D8F50E15BD}"/>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05D2CC2-53CC-487E-A72E-42B1E9B18460}"/>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03A12D6B-1D60-4F26-8FB9-74AD5B070BDF}"/>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1895D00-2D63-443C-95A8-5EB6E5EECBFF}"/>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6AC50652-2A56-4382-95D0-971644EE0FA9}"/>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DA50A374-8880-482D-B54F-F74E0D7BE187}"/>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66364D8-CCC7-4AAF-94BC-766EC160D99E}"/>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A0DC409-26E2-4453-89FD-745EA849BE7F}"/>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239ED039-D66C-4A5E-AA35-E7A5FA2E64C2}"/>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C72C13DC-161E-49CF-96B5-5383AA052AB7}"/>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Placeholder 1">
            <a:extLst>
              <a:ext uri="{FF2B5EF4-FFF2-40B4-BE49-F238E27FC236}">
                <a16:creationId xmlns:a16="http://schemas.microsoft.com/office/drawing/2014/main" id="{05103067-48DA-458C-99F6-9921C19A802A}"/>
              </a:ext>
            </a:extLst>
          </p:cNvPr>
          <p:cNvSpPr>
            <a:spLocks noGrp="1"/>
          </p:cNvSpPr>
          <p:nvPr>
            <p:ph type="title"/>
          </p:nvPr>
        </p:nvSpPr>
        <p:spPr>
          <a:xfrm>
            <a:off x="691079" y="725951"/>
            <a:ext cx="10325000" cy="14424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CB86862-507E-4F73-890F-3B77BCFA3FA2}"/>
              </a:ext>
            </a:extLst>
          </p:cNvPr>
          <p:cNvSpPr>
            <a:spLocks noGrp="1"/>
          </p:cNvSpPr>
          <p:nvPr>
            <p:ph type="body" idx="1"/>
          </p:nvPr>
        </p:nvSpPr>
        <p:spPr>
          <a:xfrm>
            <a:off x="691079" y="2340131"/>
            <a:ext cx="10325000" cy="35644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EFBC0BB-AF05-4753-9159-41A16FBFC3B4}"/>
              </a:ext>
            </a:extLst>
          </p:cNvPr>
          <p:cNvSpPr>
            <a:spLocks noGrp="1"/>
          </p:cNvSpPr>
          <p:nvPr>
            <p:ph type="dt" sz="half" idx="2"/>
          </p:nvPr>
        </p:nvSpPr>
        <p:spPr>
          <a:xfrm>
            <a:off x="683587" y="6215870"/>
            <a:ext cx="3843779" cy="417126"/>
          </a:xfrm>
          <a:prstGeom prst="rect">
            <a:avLst/>
          </a:prstGeom>
        </p:spPr>
        <p:txBody>
          <a:bodyPr vert="horz" lIns="91440" tIns="45720" rIns="91440" bIns="45720" rtlCol="0" anchor="ctr"/>
          <a:lstStyle>
            <a:lvl1pPr algn="l">
              <a:defRPr sz="900">
                <a:solidFill>
                  <a:schemeClr val="tx1">
                    <a:tint val="75000"/>
                  </a:schemeClr>
                </a:solidFill>
              </a:defRPr>
            </a:lvl1pPr>
          </a:lstStyle>
          <a:p>
            <a:fld id="{8F72BA41-EC5B-4197-BCC8-0FD2E523CD7A}" type="datetimeFigureOut">
              <a:rPr lang="en-US" smtClean="0"/>
              <a:pPr/>
              <a:t>4/21/2024</a:t>
            </a:fld>
            <a:endParaRPr lang="en-US" dirty="0"/>
          </a:p>
        </p:txBody>
      </p:sp>
      <p:sp>
        <p:nvSpPr>
          <p:cNvPr id="5" name="Footer Placeholder 4">
            <a:extLst>
              <a:ext uri="{FF2B5EF4-FFF2-40B4-BE49-F238E27FC236}">
                <a16:creationId xmlns:a16="http://schemas.microsoft.com/office/drawing/2014/main" id="{28362F82-EA1A-4B02-8A64-3B44C0D9DAC6}"/>
              </a:ext>
            </a:extLst>
          </p:cNvPr>
          <p:cNvSpPr>
            <a:spLocks noGrp="1"/>
          </p:cNvSpPr>
          <p:nvPr>
            <p:ph type="ftr" sz="quarter" idx="3"/>
          </p:nvPr>
        </p:nvSpPr>
        <p:spPr>
          <a:xfrm>
            <a:off x="691078" y="236364"/>
            <a:ext cx="4114800" cy="417126"/>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9C5EF32-1CA9-4CDA-8182-2FB0C30A0F6F}"/>
              </a:ext>
            </a:extLst>
          </p:cNvPr>
          <p:cNvSpPr>
            <a:spLocks noGrp="1"/>
          </p:cNvSpPr>
          <p:nvPr>
            <p:ph type="sldNum" sz="quarter" idx="4"/>
          </p:nvPr>
        </p:nvSpPr>
        <p:spPr>
          <a:xfrm>
            <a:off x="11003649" y="6215870"/>
            <a:ext cx="979151" cy="417126"/>
          </a:xfrm>
          <a:prstGeom prst="rect">
            <a:avLst/>
          </a:prstGeom>
        </p:spPr>
        <p:txBody>
          <a:bodyPr vert="horz" lIns="91440" tIns="45720" rIns="91440" bIns="45720" rtlCol="0" anchor="ctr"/>
          <a:lstStyle>
            <a:lvl1pPr algn="ctr">
              <a:defRPr sz="900">
                <a:solidFill>
                  <a:schemeClr val="tx1">
                    <a:tint val="75000"/>
                  </a:schemeClr>
                </a:solidFill>
              </a:defRPr>
            </a:lvl1pPr>
          </a:lstStyle>
          <a:p>
            <a:fld id="{BE15108C-154A-4A5A-9C05-91A49A422BA7}" type="slidenum">
              <a:rPr lang="en-US" smtClean="0"/>
              <a:pPr/>
              <a:t>‹#›</a:t>
            </a:fld>
            <a:endParaRPr lang="en-US" dirty="0"/>
          </a:p>
        </p:txBody>
      </p:sp>
      <p:sp>
        <p:nvSpPr>
          <p:cNvPr id="7" name="Right Triangle 6">
            <a:extLst>
              <a:ext uri="{FF2B5EF4-FFF2-40B4-BE49-F238E27FC236}">
                <a16:creationId xmlns:a16="http://schemas.microsoft.com/office/drawing/2014/main" id="{63BAC6E0-ADAC-40FB-AF53-88FA5F83738C}"/>
              </a:ext>
              <a:ext uri="{C183D7F6-B498-43B3-948B-1728B52AA6E4}">
                <adec:decorative xmlns:adec="http://schemas.microsoft.com/office/drawing/2017/decorative" val="1"/>
              </a:ext>
            </a:extLst>
          </p:cNvPr>
          <p:cNvSpPr/>
          <p:nvPr/>
        </p:nvSpPr>
        <p:spPr>
          <a:xfrm rot="13500000">
            <a:off x="-281094" y="151621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469961756"/>
      </p:ext>
    </p:extLst>
  </p:cSld>
  <p:clrMap bg1="lt1" tx1="dk1" bg2="lt2" tx2="dk2" accent1="accent1" accent2="accent2" accent3="accent3" accent4="accent4" accent5="accent5" accent6="accent6" hlink="hlink" folHlink="folHlink"/>
  <p:sldLayoutIdLst>
    <p:sldLayoutId id="2147483872" r:id="rId1"/>
    <p:sldLayoutId id="2147483873" r:id="rId2"/>
    <p:sldLayoutId id="2147483874" r:id="rId3"/>
    <p:sldLayoutId id="2147483875" r:id="rId4"/>
    <p:sldLayoutId id="2147483876" r:id="rId5"/>
    <p:sldLayoutId id="2147483870" r:id="rId6"/>
    <p:sldLayoutId id="2147483866" r:id="rId7"/>
    <p:sldLayoutId id="2147483867" r:id="rId8"/>
    <p:sldLayoutId id="2147483868" r:id="rId9"/>
    <p:sldLayoutId id="2147483869" r:id="rId10"/>
    <p:sldLayoutId id="2147483871" r:id="rId11"/>
  </p:sldLayoutIdLst>
  <p:txStyles>
    <p:title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tx2">
            <a:lumMod val="50000"/>
            <a:lumOff val="50000"/>
          </a:schemeClr>
        </a:buClr>
        <a:buSzPct val="75000"/>
        <a:buFont typeface="Wingdings" panose="05000000000000000000" pitchFamily="2" charset="2"/>
        <a:buChar char="§"/>
        <a:defRPr sz="2000" kern="1200">
          <a:solidFill>
            <a:schemeClr val="tx2"/>
          </a:solidFill>
          <a:latin typeface="+mn-lt"/>
          <a:ea typeface="+mn-ea"/>
          <a:cs typeface="+mn-cs"/>
        </a:defRPr>
      </a:lvl1pPr>
      <a:lvl2pPr marL="4572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800" kern="1200">
          <a:solidFill>
            <a:schemeClr val="tx2"/>
          </a:solidFill>
          <a:latin typeface="+mn-lt"/>
          <a:ea typeface="+mn-ea"/>
          <a:cs typeface="+mn-cs"/>
        </a:defRPr>
      </a:lvl2pPr>
      <a:lvl3pPr marL="6858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600" kern="1200">
          <a:solidFill>
            <a:schemeClr val="tx2"/>
          </a:solidFill>
          <a:latin typeface="+mn-lt"/>
          <a:ea typeface="+mn-ea"/>
          <a:cs typeface="+mn-cs"/>
        </a:defRPr>
      </a:lvl3pPr>
      <a:lvl4pPr marL="9144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400" kern="1200">
          <a:solidFill>
            <a:schemeClr val="tx2"/>
          </a:solidFill>
          <a:latin typeface="+mn-lt"/>
          <a:ea typeface="+mn-ea"/>
          <a:cs typeface="+mn-cs"/>
        </a:defRPr>
      </a:lvl4pPr>
      <a:lvl5pPr marL="11430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hyperlink" Target="https://essexuniversity-my.sharepoint.com/:v:/g/personal/an23562_essex_ac_uk/Ee9Lx-I9_q5Ep0XZ3J6WIkYBNESU2XTlNLvgZNCdEbF5Dw?e=VkTulV"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 Id="rId3"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7" name="Rectangle 66">
            <a:extLst>
              <a:ext uri="{FF2B5EF4-FFF2-40B4-BE49-F238E27FC236}">
                <a16:creationId xmlns:a16="http://schemas.microsoft.com/office/drawing/2014/main" id="{4E1EF4E8-5513-4BF5-BC41-04645281C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3848" cap="flat">
            <a:noFill/>
            <a:prstDash val="solid"/>
            <a:miter/>
          </a:ln>
          <a:effectLst/>
        </p:spPr>
        <p:txBody>
          <a:bodyPr rtlCol="0" anchor="ctr"/>
          <a:lstStyle/>
          <a:p>
            <a:endParaRPr lang="en-US" dirty="0">
              <a:solidFill>
                <a:schemeClr val="tx1"/>
              </a:solidFill>
            </a:endParaRPr>
          </a:p>
        </p:txBody>
      </p:sp>
      <p:pic>
        <p:nvPicPr>
          <p:cNvPr id="4" name="Picture 3" descr="Colored pencils inside a pencil holder which is on top of a wood table">
            <a:extLst>
              <a:ext uri="{FF2B5EF4-FFF2-40B4-BE49-F238E27FC236}">
                <a16:creationId xmlns:a16="http://schemas.microsoft.com/office/drawing/2014/main" id="{01B15A47-D292-A6C2-FA38-0A2D98E6E669}"/>
              </a:ext>
            </a:extLst>
          </p:cNvPr>
          <p:cNvPicPr>
            <a:picLocks noChangeAspect="1"/>
          </p:cNvPicPr>
          <p:nvPr/>
        </p:nvPicPr>
        <p:blipFill rotWithShape="1">
          <a:blip r:embed="rId2"/>
          <a:srcRect t="15730"/>
          <a:stretch/>
        </p:blipFill>
        <p:spPr>
          <a:xfrm>
            <a:off x="20" y="10"/>
            <a:ext cx="12191980" cy="6857989"/>
          </a:xfrm>
          <a:prstGeom prst="rect">
            <a:avLst/>
          </a:prstGeom>
        </p:spPr>
      </p:pic>
      <p:sp>
        <p:nvSpPr>
          <p:cNvPr id="69" name="Flowchart: Document 68">
            <a:extLst>
              <a:ext uri="{FF2B5EF4-FFF2-40B4-BE49-F238E27FC236}">
                <a16:creationId xmlns:a16="http://schemas.microsoft.com/office/drawing/2014/main" id="{D22FBD32-C88A-4C1D-BC76-613A93944B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04804" y="304807"/>
            <a:ext cx="6858000" cy="6248391"/>
          </a:xfrm>
          <a:prstGeom prst="flowChartDocumen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bg1"/>
              </a:solidFill>
            </a:endParaRPr>
          </a:p>
        </p:txBody>
      </p:sp>
      <p:sp>
        <p:nvSpPr>
          <p:cNvPr id="2" name="Title 1">
            <a:extLst>
              <a:ext uri="{FF2B5EF4-FFF2-40B4-BE49-F238E27FC236}">
                <a16:creationId xmlns:a16="http://schemas.microsoft.com/office/drawing/2014/main" id="{39A631E2-C7CF-4676-11DE-9ABFB96B49BC}"/>
              </a:ext>
            </a:extLst>
          </p:cNvPr>
          <p:cNvSpPr>
            <a:spLocks noGrp="1"/>
          </p:cNvSpPr>
          <p:nvPr>
            <p:ph type="ctrTitle"/>
          </p:nvPr>
        </p:nvSpPr>
        <p:spPr>
          <a:xfrm>
            <a:off x="691078" y="722902"/>
            <a:ext cx="4225893" cy="3077253"/>
          </a:xfrm>
        </p:spPr>
        <p:txBody>
          <a:bodyPr>
            <a:normAutofit/>
          </a:bodyPr>
          <a:lstStyle/>
          <a:p>
            <a:pPr>
              <a:defRPr sz="2400"/>
            </a:pPr>
            <a:r>
              <a:t>Energy Surplus Forecasting Project</a:t>
            </a:r>
            <a:endParaRPr lang="en-IN" sz="5000"/>
          </a:p>
        </p:txBody>
      </p:sp>
      <p:sp>
        <p:nvSpPr>
          <p:cNvPr id="3" name="Subtitle 2">
            <a:extLst>
              <a:ext uri="{FF2B5EF4-FFF2-40B4-BE49-F238E27FC236}">
                <a16:creationId xmlns:a16="http://schemas.microsoft.com/office/drawing/2014/main" id="{09C947B4-CE16-75F1-C8D8-CB3BEE6F5B46}"/>
              </a:ext>
            </a:extLst>
          </p:cNvPr>
          <p:cNvSpPr>
            <a:spLocks noGrp="1"/>
          </p:cNvSpPr>
          <p:nvPr>
            <p:ph type="subTitle" idx="1"/>
          </p:nvPr>
        </p:nvSpPr>
        <p:spPr>
          <a:xfrm>
            <a:off x="691077" y="3971875"/>
            <a:ext cx="4903265" cy="2190707"/>
          </a:xfrm>
        </p:spPr>
        <p:txBody>
          <a:bodyPr>
            <a:normAutofit/>
          </a:bodyPr>
          <a:lstStyle/>
          <a:p>
            <a:pPr>
              <a:defRPr sz="1600"/>
            </a:pPr>
            <a:r>
              <a:t>Wind &amp; Solar Energy Forecasting &amp; Decision Optimization</a:t>
            </a:r>
          </a:p>
          <a:p>
            <a:pPr>
              <a:defRPr sz="1200"/>
            </a:pPr>
            <a:r>
              <a:t>Showcase Presentation</a:t>
            </a:r>
          </a:p>
        </p:txBody>
      </p:sp>
      <p:grpSp>
        <p:nvGrpSpPr>
          <p:cNvPr id="71" name="Group 70">
            <a:extLst>
              <a:ext uri="{FF2B5EF4-FFF2-40B4-BE49-F238E27FC236}">
                <a16:creationId xmlns:a16="http://schemas.microsoft.com/office/drawing/2014/main" id="{53499997-BC46-4896-AEA5-37EC629D229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72" name="Straight Connector 71">
              <a:extLst>
                <a:ext uri="{FF2B5EF4-FFF2-40B4-BE49-F238E27FC236}">
                  <a16:creationId xmlns:a16="http://schemas.microsoft.com/office/drawing/2014/main" id="{ADA461E0-415F-4E8B-8B08-2C975693D3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AD1EDD03-89DD-456E-BB53-FA43BE25A3E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72A76E89-A44E-4207-8F8A-F853ED8A3B8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3C81BA9D-E2BC-4AD2-B816-5DE100BC855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EA155025-B3E7-46D2-B556-80A8E90834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DAAE4CEE-0410-46B5-B649-E3754C5394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C86DDB39-DB80-43C8-A5AF-24AE5841B69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EF3BE8C2-40CB-46C0-9536-BA1C51AF92B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BE2D5D2E-1F38-48BC-B038-9DA190B8713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8289E300-BEF0-4977-919B-F3367CF876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F12B4899-7298-454D-90B9-382ACAEAA8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686FBE75-F4D3-48DD-85D2-593D0C1B37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AE586789-549A-4D87-8967-6DCD5DEDF6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B66293A2-B541-4BE7-8C99-1B730BB4DA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F2938820-6D84-479D-B608-354903781A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98EE07FC-6A61-4C78-BAF6-86E2FD5435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9C4E5A61-6E0E-44DD-B47E-9547F3A540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948B355A-1131-4815-881C-3949360FA2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873D903E-5A72-42B5-B741-95081B06E2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65769BB5-F1CF-4A57-A2E8-2ED9F9DDF0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E4F9ABF1-4E55-4D70-ACF2-DB7D62C7D4E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2FD75E62-63B6-4237-88D5-02A90DDFA1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C6A41C83-58E2-4EE6-864C-DB7DE375A9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F1162541-E8F8-4926-91B8-AD9F514156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33E6FB3D-A8E2-4B96-B87B-EEEC499F83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30766009-515D-4494-BFF6-AC554CBCD02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14C1372F-2169-48C6-8AEB-411E8405B2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973FA4F1-4239-4336-BB84-8E3BBCD7F5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2E90E0AA-C864-445E-AC17-96D1C90CBE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5D4D2F48-C2BF-4C1C-82B9-FEB42F3CD8D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96BB855D-6213-4C07-A21A-F0250B89F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66504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0" name="Group 119">
            <a:extLst>
              <a:ext uri="{FF2B5EF4-FFF2-40B4-BE49-F238E27FC236}">
                <a16:creationId xmlns:a16="http://schemas.microsoft.com/office/drawing/2014/main" id="{45BED274-5EB4-4EF4-B353-E55BD50265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1" name="Straight Connector 120">
              <a:extLst>
                <a:ext uri="{FF2B5EF4-FFF2-40B4-BE49-F238E27FC236}">
                  <a16:creationId xmlns:a16="http://schemas.microsoft.com/office/drawing/2014/main" id="{E0418BE5-560E-4E49-B12D-B555511FED7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849D1162-73B9-420F-BCBE-95039D00CD2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92BA76FE-316A-48E2-A03B-4E05691C43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0E678FBC-A6AD-4422-BA24-A4172F8862C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DD3C5C3E-2D08-43F0-AFAC-E15360CA7D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E0BEAC62-AF92-4A65-9790-6F6E0C6C5A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3C77D7C5-E76E-4E82-BFC4-9A75D2C808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C66E0152-96B9-4067-80D3-D9BDE6D7EC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0918AFCC-B9DA-4092-8FBA-2CFEDB0388E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91EC7D33-C87E-4812-A722-53C5D99272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95F239E3-501A-4C3C-9BE4-6BFA0D3126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9B62BF3B-95BB-4188-AAE5-015A0EF3D1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B14E5F0F-0124-40D0-A0BF-AE307A0E15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2BADC3B1-26C7-4CF1-B29D-4D0DEA3E26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A0A7DF6E-1132-4A80-9B18-593B1ACD77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9EF19589-10D8-4A8F-A0B1-F7CE380E30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8E6BB32-C4F8-4914-88D3-7DC5E79D0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A8F046EE-9DBA-4924-A19C-ED8741F5F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8AABBC44-ABA8-4913-824E-64D3447246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54272B22-1C39-47A0-8551-73666AFBEE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08CDFF66-464C-4ABF-BB01-00500A3B751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3079FC88-BD3B-4C04-9B90-0FC93C17921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B1FCAED8-8687-4141-A7C3-0D88ACEDFEC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065038E6-7B32-460F-B804-D6C105FF44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EC5DAE85-AD17-454B-AB64-CEFF52FDAB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8C603643-2066-4967-AE4B-9DA143843B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437E9533-9B07-43E3-B939-7BADC01FEE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EDCCAAEE-AB2E-4534-893A-3DB109499F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48BD39A2-970F-4714-AAA6-67EE99A0EAA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CF4A1387-348B-4E46-9B65-FDF76ED0EF2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BF5DAF27-A54D-442A-93E4-BA7F04EAE37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53" name="Rectangle 152">
            <a:extLst>
              <a:ext uri="{FF2B5EF4-FFF2-40B4-BE49-F238E27FC236}">
                <a16:creationId xmlns:a16="http://schemas.microsoft.com/office/drawing/2014/main" id="{13B6DAC6-0186-4D62-AD69-90B9C0411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55" name="Group 154">
            <a:extLst>
              <a:ext uri="{FF2B5EF4-FFF2-40B4-BE49-F238E27FC236}">
                <a16:creationId xmlns:a16="http://schemas.microsoft.com/office/drawing/2014/main" id="{CFB7A4C9-92CD-44D3-A28C-FA35567A97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56" name="Straight Connector 155">
              <a:extLst>
                <a:ext uri="{FF2B5EF4-FFF2-40B4-BE49-F238E27FC236}">
                  <a16:creationId xmlns:a16="http://schemas.microsoft.com/office/drawing/2014/main" id="{96A0B86B-E5EF-4C51-B73A-A72785A885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B28325C5-8310-4D23-B08F-74CD90E134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64BE24A6-CB18-43D8-A955-7A58E56A6DE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C90E549F-E66C-4639-8216-4DB579766B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E32D53E2-5427-44D7-90B2-B51D613980D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EF7F2D63-B189-47CB-BCBA-06F99730A57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6D23A140-3CAD-4933-988D-8A11B94F3D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9410EC65-0AB7-4EB5-9FD1-9781DDEC52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9AB4B2E0-F6F4-4605-8A70-1EC201401F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70CBBB60-6409-4C10-A9AD-DFE815933D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74A1C4D2-346C-4562-9B1C-0DF21AA31F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9FC6324E-B1C3-40D9-9D58-1A1671A53A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F31307B7-2B8E-42C8-8DC0-B24B63021EE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BDAD637B-3870-4191-9D4A-4FBA8707E92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211E9181-21F5-407D-B7B8-764C9137D2C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48262C9F-5298-4F8D-8FC8-28A2E8371C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CC8A1B5C-3C6B-45F6-AC1C-82A3E934D6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86AF6588-0730-4D45-AF19-1655AFFD9AD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94862BC1-DD1E-4786-BD5C-270D7DCFA6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748CD048-7F9C-418A-9F39-9C140BF375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79E062D0-55D1-418A-9BDB-308FD770BB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21794E89-09BF-4BFA-8CB0-E669836577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7949DB15-C4FA-4634-B6DD-6C9EF14244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5C1CA597-C684-4685-831F-816D17D734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DF626A90-4A74-41FA-A4D2-30E16164F10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A97012B9-C53C-47B9-809C-EC0E798397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BADA3DCC-1755-48A1-8AE0-9EDE3228235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CC6A4BA0-7434-42B8-B04D-AC831B85F8E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1F3FA5CC-6091-4DB0-9B9A-81F9572FD2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6A4CE318-4D10-46AE-B51B-22B2B0CC17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59119ED3-C89C-4B2F-B7A4-F3B45A6EC0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042671EF-06A6-BE65-C20E-23E4FA7AFB22}"/>
              </a:ext>
            </a:extLst>
          </p:cNvPr>
          <p:cNvSpPr>
            <a:spLocks noGrp="1"/>
          </p:cNvSpPr>
          <p:nvPr>
            <p:ph type="title"/>
          </p:nvPr>
        </p:nvSpPr>
        <p:spPr>
          <a:xfrm>
            <a:off x="691079" y="725950"/>
            <a:ext cx="3428812" cy="5436630"/>
          </a:xfrm>
        </p:spPr>
        <p:txBody>
          <a:bodyPr anchor="ctr">
            <a:normAutofit/>
          </a:bodyPr>
          <a:lstStyle/>
          <a:p>
            <a:r>
              <a:rPr lang="en-US"/>
              <a:t>CONTENTS</a:t>
            </a:r>
            <a:endParaRPr lang="en-IN" dirty="0"/>
          </a:p>
        </p:txBody>
      </p:sp>
      <p:graphicFrame>
        <p:nvGraphicFramePr>
          <p:cNvPr id="6" name="Content Placeholder 2">
            <a:extLst>
              <a:ext uri="{FF2B5EF4-FFF2-40B4-BE49-F238E27FC236}">
                <a16:creationId xmlns:a16="http://schemas.microsoft.com/office/drawing/2014/main" id="{74E36205-316B-0D48-94B8-E237ABCC2C2B}"/>
              </a:ext>
            </a:extLst>
          </p:cNvPr>
          <p:cNvGraphicFramePr>
            <a:graphicFrameLocks noGrp="1"/>
          </p:cNvGraphicFramePr>
          <p:nvPr>
            <p:ph idx="1"/>
            <p:extLst>
              <p:ext uri="{D42A27DB-BD31-4B8C-83A1-F6EECF244321}">
                <p14:modId xmlns:p14="http://schemas.microsoft.com/office/powerpoint/2010/main" val="4024868462"/>
              </p:ext>
            </p:extLst>
          </p:nvPr>
        </p:nvGraphicFramePr>
        <p:xfrm>
          <a:off x="5103282" y="170170"/>
          <a:ext cx="6879517" cy="59732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524113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1" name="Group 10">
            <a:extLst>
              <a:ext uri="{FF2B5EF4-FFF2-40B4-BE49-F238E27FC236}">
                <a16:creationId xmlns:a16="http://schemas.microsoft.com/office/drawing/2014/main" id="{4D431671-5191-4947-8899-E90505A7042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 name="Straight Connector 11">
              <a:extLst>
                <a:ext uri="{FF2B5EF4-FFF2-40B4-BE49-F238E27FC236}">
                  <a16:creationId xmlns:a16="http://schemas.microsoft.com/office/drawing/2014/main" id="{877D2E98-ED65-4121-9DA5-6DBB831D0F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A94A307-5B5D-4E42-95B3-064D5093AD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CB3B32C-3BDA-4D41-9802-681B0599FD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5BDBFD6-7C61-4520-8203-BAB1986C15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4ABA4D7-9904-42C4-B0CD-B1CE2E0D37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B63F0D6-8747-4126-9359-B730EB21B7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91CD660-F5B2-49AC-9EFC-CE94B843B4D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4BEB7EB-8E7F-4A4B-8581-73CE2003F2F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04FB70E-6820-4456-872A-937F520606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3598DD6-9887-4CF7-BAFE-F96E0324EB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A503E64-565F-465B-A25C-042C5706C5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140EE7B-5CA1-4DCB-8652-6E4D2147B0E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5077BE-700D-4C44-AA4D-7CF4E8FD71A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B8B3FEB-D353-443D-A148-3915606516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1FF5FBB-3BD8-46EB-BDF9-081B29A444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C2E11FD-78A4-4F5C-A419-F0237DCAD27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F708EBE-3154-4FF4-8E8F-88A0762080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7A99B5C-EB03-4D56-8DFE-B006D7081B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BAFF0-9FB4-4160-B9BE-CCBE1D8B8C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326953D7-154A-49A4-B2E1-D94D365EC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36E3E12-5D96-48DB-8320-6294287740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A059482-79BA-4E80-80A2-36FD8408DA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4EF88B3-C210-433D-B20D-FE41B4D5F9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3665D3E-61E7-4EDF-A208-56449D765C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74CF3B0-C9C3-4683-94A3-DC0AE1E745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BE90EF9-6DF5-47F4-A069-9F613C8142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844EBDE-5A9F-4E9F-8A55-57FB9E9797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491FC45-82C4-40CD-8D0C-0A2F86E8A1E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1AD0FE3-6144-4171-943E-0E65D08E80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7BA4499-5E6A-4998-A0F4-614E65552B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CAFE7A6F-A7F0-4406-809F-E23FCB201E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80F4303E-9928-BBC9-94A0-812565C4DC1B}"/>
              </a:ext>
            </a:extLst>
          </p:cNvPr>
          <p:cNvSpPr>
            <a:spLocks noGrp="1"/>
          </p:cNvSpPr>
          <p:nvPr>
            <p:ph type="title"/>
          </p:nvPr>
        </p:nvSpPr>
        <p:spPr>
          <a:xfrm>
            <a:off x="6088653" y="725951"/>
            <a:ext cx="4927425" cy="1938525"/>
          </a:xfrm>
        </p:spPr>
        <p:txBody>
          <a:bodyPr>
            <a:normAutofit/>
          </a:bodyPr>
          <a:lstStyle/>
          <a:p>
            <a:r>
              <a:rPr lang="en-US" dirty="0"/>
              <a:t>Introduction</a:t>
            </a:r>
            <a:endParaRPr lang="en-IN" dirty="0"/>
          </a:p>
        </p:txBody>
      </p:sp>
      <p:pic>
        <p:nvPicPr>
          <p:cNvPr id="5" name="Picture 4" descr="Digital financial graph">
            <a:extLst>
              <a:ext uri="{FF2B5EF4-FFF2-40B4-BE49-F238E27FC236}">
                <a16:creationId xmlns:a16="http://schemas.microsoft.com/office/drawing/2014/main" id="{1830DA66-6693-FBDC-9A1C-CC2BD0155A54}"/>
              </a:ext>
            </a:extLst>
          </p:cNvPr>
          <p:cNvPicPr>
            <a:picLocks noChangeAspect="1"/>
          </p:cNvPicPr>
          <p:nvPr/>
        </p:nvPicPr>
        <p:blipFill rotWithShape="1">
          <a:blip r:embed="rId2"/>
          <a:srcRect l="33632" r="18346"/>
          <a:stretch/>
        </p:blipFill>
        <p:spPr>
          <a:xfrm>
            <a:off x="1" y="10"/>
            <a:ext cx="5854890" cy="6857990"/>
          </a:xfrm>
          <a:custGeom>
            <a:avLst/>
            <a:gdLst/>
            <a:ahLst/>
            <a:cxnLst/>
            <a:rect l="l" t="t" r="r" b="b"/>
            <a:pathLst>
              <a:path w="6036633" h="6858000">
                <a:moveTo>
                  <a:pt x="0" y="0"/>
                </a:moveTo>
                <a:lnTo>
                  <a:pt x="5782584" y="0"/>
                </a:lnTo>
                <a:lnTo>
                  <a:pt x="5847735" y="280891"/>
                </a:lnTo>
                <a:cubicBezTo>
                  <a:pt x="6512611" y="3337011"/>
                  <a:pt x="5215360" y="3533975"/>
                  <a:pt x="5130974" y="6590095"/>
                </a:cubicBezTo>
                <a:lnTo>
                  <a:pt x="5127340" y="6858000"/>
                </a:lnTo>
                <a:lnTo>
                  <a:pt x="0" y="6858000"/>
                </a:lnTo>
                <a:close/>
              </a:path>
            </a:pathLst>
          </a:custGeom>
        </p:spPr>
      </p:pic>
      <p:sp>
        <p:nvSpPr>
          <p:cNvPr id="44" name="Right Triangle 43">
            <a:extLst>
              <a:ext uri="{FF2B5EF4-FFF2-40B4-BE49-F238E27FC236}">
                <a16:creationId xmlns:a16="http://schemas.microsoft.com/office/drawing/2014/main" id="{BEAC0A80-07D3-49CB-87C3-BC34F219DF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6297339" y="-29262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Content Placeholder 2">
            <a:extLst>
              <a:ext uri="{FF2B5EF4-FFF2-40B4-BE49-F238E27FC236}">
                <a16:creationId xmlns:a16="http://schemas.microsoft.com/office/drawing/2014/main" id="{55F8E92F-4DDE-7DEC-4443-F8BDA80A319E}"/>
              </a:ext>
            </a:extLst>
          </p:cNvPr>
          <p:cNvSpPr>
            <a:spLocks noGrp="1"/>
          </p:cNvSpPr>
          <p:nvPr>
            <p:ph idx="1"/>
          </p:nvPr>
        </p:nvSpPr>
        <p:spPr>
          <a:xfrm>
            <a:off x="6088653" y="2886116"/>
            <a:ext cx="4927425" cy="3245931"/>
          </a:xfrm>
        </p:spPr>
        <p:txBody>
          <a:bodyPr>
            <a:normAutofit/>
          </a:bodyPr>
          <a:lstStyle/>
          <a:p>
            <a:pPr>
              <a:defRPr sz="1600"/>
            </a:pPr>
            <a:r>
              <a:t>• Predicts regional energy surplus 24 hours in advance using meteorological forecasts.</a:t>
            </a:r>
          </a:p>
          <a:p>
            <a:pPr>
              <a:defRPr sz="1600"/>
            </a:pPr>
            <a:r>
              <a:t>• Scope expanded to include both Wind and Solar Energy generation, optimizing green power utilization.</a:t>
            </a:r>
          </a:p>
          <a:p>
            <a:pPr>
              <a:defRPr sz="1600"/>
            </a:pPr>
            <a:r>
              <a:t>• Refactored pipeline supports both Brighton and Colchester locations to validate the pilot service portfolio.</a:t>
            </a:r>
          </a:p>
        </p:txBody>
      </p:sp>
    </p:spTree>
    <p:extLst>
      <p:ext uri="{BB962C8B-B14F-4D97-AF65-F5344CB8AC3E}">
        <p14:creationId xmlns:p14="http://schemas.microsoft.com/office/powerpoint/2010/main" val="919104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62FFA-7E14-34A8-086F-139D9057F2C3}"/>
              </a:ext>
            </a:extLst>
          </p:cNvPr>
          <p:cNvSpPr>
            <a:spLocks noGrp="1"/>
          </p:cNvSpPr>
          <p:nvPr>
            <p:ph type="title"/>
          </p:nvPr>
        </p:nvSpPr>
        <p:spPr/>
        <p:txBody>
          <a:bodyPr>
            <a:normAutofit/>
          </a:bodyPr>
          <a:lstStyle/>
          <a:p>
            <a:r>
              <a:rPr lang="en-US" dirty="0"/>
              <a:t>Data Visualization</a:t>
            </a:r>
            <a:endParaRPr lang="en-IN" dirty="0"/>
          </a:p>
        </p:txBody>
      </p:sp>
      <p:sp>
        <p:nvSpPr>
          <p:cNvPr id="3" name="Content Placeholder 2">
            <a:extLst>
              <a:ext uri="{FF2B5EF4-FFF2-40B4-BE49-F238E27FC236}">
                <a16:creationId xmlns:a16="http://schemas.microsoft.com/office/drawing/2014/main" id="{5A274656-48A5-CEE4-69AB-65E996618AA3}"/>
              </a:ext>
            </a:extLst>
          </p:cNvPr>
          <p:cNvSpPr>
            <a:spLocks noGrp="1"/>
          </p:cNvSpPr>
          <p:nvPr>
            <p:ph sz="half" idx="1"/>
          </p:nvPr>
        </p:nvSpPr>
        <p:spPr/>
        <p:txBody>
          <a:bodyPr/>
          <a:lstStyle/>
          <a:p>
            <a:pPr>
              <a:defRPr sz="1600"/>
            </a:pPr>
            <a:r>
              <a:t>• Loaded historical hourly weather files for Brighton (128 files) and Colchester (196 files) from 2010 to 2024.</a:t>
            </a:r>
          </a:p>
          <a:p>
            <a:pPr>
              <a:defRPr sz="1600"/>
            </a:pPr>
            <a:r>
              <a:t>• Chronological train/test split (80% train, 20% test) applied upfront to prevent target lookahead leakage.</a:t>
            </a:r>
          </a:p>
          <a:p>
            <a:pPr>
              <a:defRPr sz="1600"/>
            </a:pPr>
            <a:r>
              <a:t>• Conducted EDA on regional wind speed profiles, solar irradiance levels, and daily/monthly consumer demand cycles.</a:t>
            </a:r>
          </a:p>
        </p:txBody>
      </p:sp>
    </p:spTree>
    <p:extLst>
      <p:ext uri="{BB962C8B-B14F-4D97-AF65-F5344CB8AC3E}">
        <p14:creationId xmlns:p14="http://schemas.microsoft.com/office/powerpoint/2010/main" val="2356056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B3109-7827-56A7-560B-BEB683854121}"/>
              </a:ext>
            </a:extLst>
          </p:cNvPr>
          <p:cNvSpPr>
            <a:spLocks noGrp="1"/>
          </p:cNvSpPr>
          <p:nvPr>
            <p:ph type="title"/>
          </p:nvPr>
        </p:nvSpPr>
        <p:spPr/>
        <p:txBody>
          <a:bodyPr/>
          <a:lstStyle/>
          <a:p>
            <a:r>
              <a:rPr lang="en-US" dirty="0"/>
              <a:t>Feature Engineering</a:t>
            </a:r>
            <a:endParaRPr lang="en-IN" dirty="0"/>
          </a:p>
        </p:txBody>
      </p:sp>
      <p:sp>
        <p:nvSpPr>
          <p:cNvPr id="3" name="Content Placeholder 2">
            <a:extLst>
              <a:ext uri="{FF2B5EF4-FFF2-40B4-BE49-F238E27FC236}">
                <a16:creationId xmlns:a16="http://schemas.microsoft.com/office/drawing/2014/main" id="{B02C0D8A-F901-16BA-861A-D1B39B1253B8}"/>
              </a:ext>
            </a:extLst>
          </p:cNvPr>
          <p:cNvSpPr>
            <a:spLocks noGrp="1"/>
          </p:cNvSpPr>
          <p:nvPr>
            <p:ph sz="half" idx="1"/>
          </p:nvPr>
        </p:nvSpPr>
        <p:spPr/>
        <p:txBody>
          <a:bodyPr>
            <a:normAutofit/>
          </a:bodyPr>
          <a:lstStyle/>
          <a:p>
            <a:r>
              <a:rPr lang="en-US" dirty="0"/>
              <a:t>Year</a:t>
            </a:r>
          </a:p>
          <a:p>
            <a:r>
              <a:rPr lang="en-US" dirty="0"/>
              <a:t>Quarter</a:t>
            </a:r>
          </a:p>
          <a:p>
            <a:r>
              <a:rPr lang="en-US" dirty="0"/>
              <a:t>Month</a:t>
            </a:r>
          </a:p>
          <a:p>
            <a:r>
              <a:rPr lang="en-US" dirty="0"/>
              <a:t>Week</a:t>
            </a:r>
          </a:p>
          <a:p>
            <a:r>
              <a:rPr lang="en-US" dirty="0"/>
              <a:t>Day</a:t>
            </a:r>
          </a:p>
          <a:p>
            <a:endParaRPr lang="en-IN" dirty="0"/>
          </a:p>
        </p:txBody>
      </p:sp>
      <p:sp>
        <p:nvSpPr>
          <p:cNvPr id="4" name="Content Placeholder 3">
            <a:extLst>
              <a:ext uri="{FF2B5EF4-FFF2-40B4-BE49-F238E27FC236}">
                <a16:creationId xmlns:a16="http://schemas.microsoft.com/office/drawing/2014/main" id="{77A1BDE8-AAFD-CCBE-5257-8D43C75E1BE1}"/>
              </a:ext>
            </a:extLst>
          </p:cNvPr>
          <p:cNvSpPr>
            <a:spLocks noGrp="1"/>
          </p:cNvSpPr>
          <p:nvPr>
            <p:ph sz="half" idx="2"/>
          </p:nvPr>
        </p:nvSpPr>
        <p:spPr/>
        <p:txBody>
          <a:bodyPr>
            <a:normAutofit/>
          </a:bodyPr>
          <a:lstStyle/>
          <a:p>
            <a:pPr algn="just"/>
            <a:r>
              <a:rPr lang="en-US" dirty="0"/>
              <a:t>Extracting time-based features are crucial for capturing seasonality trends and improving model predictions. These features help in analyzing seasonal effects, managing anomalies, and enhancing model accuracy by providing context that identifies cyclical and non-linear relationships inherent in temporal data.</a:t>
            </a:r>
            <a:endParaRPr lang="en-IN" dirty="0"/>
          </a:p>
        </p:txBody>
      </p:sp>
    </p:spTree>
    <p:extLst>
      <p:ext uri="{BB962C8B-B14F-4D97-AF65-F5344CB8AC3E}">
        <p14:creationId xmlns:p14="http://schemas.microsoft.com/office/powerpoint/2010/main" val="1562214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B64AD-B0E2-68A9-2A73-6CB31A9788D9}"/>
              </a:ext>
            </a:extLst>
          </p:cNvPr>
          <p:cNvSpPr>
            <a:spLocks noGrp="1"/>
          </p:cNvSpPr>
          <p:nvPr>
            <p:ph type="title"/>
          </p:nvPr>
        </p:nvSpPr>
        <p:spPr/>
        <p:txBody>
          <a:bodyPr/>
          <a:lstStyle/>
          <a:p>
            <a:r>
              <a:rPr lang="en-US" dirty="0"/>
              <a:t>Duplicate &amp; Missing Data *</a:t>
            </a:r>
            <a:endParaRPr lang="en-IN" dirty="0"/>
          </a:p>
        </p:txBody>
      </p:sp>
      <p:sp>
        <p:nvSpPr>
          <p:cNvPr id="4" name="Content Placeholder 3">
            <a:extLst>
              <a:ext uri="{FF2B5EF4-FFF2-40B4-BE49-F238E27FC236}">
                <a16:creationId xmlns:a16="http://schemas.microsoft.com/office/drawing/2014/main" id="{9EB8C994-9AD7-B221-8BF1-E4B9B57F3F05}"/>
              </a:ext>
            </a:extLst>
          </p:cNvPr>
          <p:cNvSpPr>
            <a:spLocks noGrp="1"/>
          </p:cNvSpPr>
          <p:nvPr>
            <p:ph sz="half" idx="1"/>
          </p:nvPr>
        </p:nvSpPr>
        <p:spPr/>
        <p:txBody>
          <a:bodyPr>
            <a:normAutofit fontScale="92500" lnSpcReduction="10000"/>
          </a:bodyPr>
          <a:lstStyle/>
          <a:p>
            <a:pPr algn="just">
              <a:defRPr sz="1400"/>
            </a:pPr>
            <a:r>
              <a:t>• Duplicates are identified by index and cleaned, keeping the first chronological record.</a:t>
            </a:r>
          </a:p>
          <a:p>
            <a:pPr>
              <a:defRPr sz="1200">
                <a:latin typeface="Consolas"/>
              </a:defRPr>
            </a:pPr>
            <a:r>
              <a:t>• df = df[~df.index.duplicated(keep='first')]</a:t>
            </a:r>
          </a:p>
        </p:txBody>
      </p:sp>
      <p:sp>
        <p:nvSpPr>
          <p:cNvPr id="5" name="Content Placeholder 4">
            <a:extLst>
              <a:ext uri="{FF2B5EF4-FFF2-40B4-BE49-F238E27FC236}">
                <a16:creationId xmlns:a16="http://schemas.microsoft.com/office/drawing/2014/main" id="{11701BCA-D505-262F-F6F8-61FFFF240583}"/>
              </a:ext>
            </a:extLst>
          </p:cNvPr>
          <p:cNvSpPr>
            <a:spLocks noGrp="1"/>
          </p:cNvSpPr>
          <p:nvPr>
            <p:ph sz="half" idx="2"/>
          </p:nvPr>
        </p:nvSpPr>
        <p:spPr/>
        <p:txBody>
          <a:bodyPr>
            <a:normAutofit fontScale="92500" lnSpcReduction="10000"/>
          </a:bodyPr>
          <a:lstStyle/>
          <a:p>
            <a:pPr algn="just">
              <a:defRPr sz="1400"/>
            </a:pPr>
            <a:r>
              <a:t>• Preprocessing pipeline identifies and removes duplicate timestamps, keeping the first chronological record.</a:t>
            </a:r>
          </a:p>
          <a:p>
            <a:pPr>
              <a:defRPr sz="1400"/>
            </a:pPr>
            <a:r>
              <a:t>• The system reindexes to a complete hourly grid, creating NaN placeholders for missing hours.</a:t>
            </a:r>
          </a:p>
          <a:p>
            <a:pPr>
              <a:defRPr sz="1400"/>
            </a:pPr>
            <a:r>
              <a:t>• Linear interpolation is then applied to smoothly fill gaps, preserving physical continuity.</a:t>
            </a:r>
          </a:p>
        </p:txBody>
      </p:sp>
    </p:spTree>
    <p:extLst>
      <p:ext uri="{BB962C8B-B14F-4D97-AF65-F5344CB8AC3E}">
        <p14:creationId xmlns:p14="http://schemas.microsoft.com/office/powerpoint/2010/main" val="154880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EE41D-EC5A-FB17-72FD-0E8048B3A3D9}"/>
              </a:ext>
            </a:extLst>
          </p:cNvPr>
          <p:cNvSpPr>
            <a:spLocks noGrp="1"/>
          </p:cNvSpPr>
          <p:nvPr>
            <p:ph type="title"/>
          </p:nvPr>
        </p:nvSpPr>
        <p:spPr/>
        <p:txBody>
          <a:bodyPr/>
          <a:lstStyle/>
          <a:p>
            <a:r>
              <a:rPr lang="en-US" dirty="0"/>
              <a:t>Handling Missing Data</a:t>
            </a:r>
            <a:endParaRPr lang="en-IN" dirty="0"/>
          </a:p>
        </p:txBody>
      </p:sp>
      <p:sp>
        <p:nvSpPr>
          <p:cNvPr id="3" name="Content Placeholder 2">
            <a:extLst>
              <a:ext uri="{FF2B5EF4-FFF2-40B4-BE49-F238E27FC236}">
                <a16:creationId xmlns:a16="http://schemas.microsoft.com/office/drawing/2014/main" id="{82B87415-4095-05D1-01F4-17B773365884}"/>
              </a:ext>
            </a:extLst>
          </p:cNvPr>
          <p:cNvSpPr>
            <a:spLocks noGrp="1"/>
          </p:cNvSpPr>
          <p:nvPr>
            <p:ph sz="half" idx="1"/>
          </p:nvPr>
        </p:nvSpPr>
        <p:spPr/>
        <p:txBody>
          <a:bodyPr>
            <a:normAutofit/>
          </a:bodyPr>
          <a:lstStyle/>
          <a:p>
            <a:pPr>
              <a:defRPr sz="1600"/>
            </a:pPr>
            <a:r>
              <a:t>• Replaced missing value fills (0, mean, ffill) with robust linear interpolation on weather features to preserve physical continuity.</a:t>
            </a:r>
          </a:p>
          <a:p>
            <a:pPr>
              <a:defRPr sz="1600"/>
            </a:pPr>
            <a:r>
              <a:t>• Applied night constraints: set solar radiation and UV index to 0.0 between 8 PM and 6 AM, preventing unrealistic nighttime solar generation.</a:t>
            </a:r>
          </a:p>
        </p:txBody>
      </p:sp>
      <p:sp>
        <p:nvSpPr>
          <p:cNvPr id="4" name="Content Placeholder 3">
            <a:extLst>
              <a:ext uri="{FF2B5EF4-FFF2-40B4-BE49-F238E27FC236}">
                <a16:creationId xmlns:a16="http://schemas.microsoft.com/office/drawing/2014/main" id="{A559956A-A23E-3035-5F67-B9D4453E3432}"/>
              </a:ext>
            </a:extLst>
          </p:cNvPr>
          <p:cNvSpPr>
            <a:spLocks noGrp="1"/>
          </p:cNvSpPr>
          <p:nvPr>
            <p:ph sz="half" idx="2"/>
          </p:nvPr>
        </p:nvSpPr>
        <p:spPr/>
        <p:txBody>
          <a:bodyPr>
            <a:normAutofit/>
          </a:bodyPr>
          <a:lstStyle/>
          <a:p>
            <a:pPr algn="just">
              <a:defRPr sz="1600"/>
            </a:pPr>
            <a:r>
              <a:t>• Replaced missing value fills (0, mean, ffill) with robust linear interpolation on weather features to preserve physical continuity.</a:t>
            </a:r>
            <a:endParaRPr lang="en-IN" dirty="0"/>
          </a:p>
          <a:p>
            <a:pPr>
              <a:defRPr sz="1600"/>
            </a:pPr>
            <a:r>
              <a:t>• Applied night constraints: set solar radiation and UV index to 0.0 between 8 PM and 6 AM, preventing unrealistic nighttime solar generation.</a:t>
            </a:r>
          </a:p>
        </p:txBody>
      </p:sp>
    </p:spTree>
    <p:extLst>
      <p:ext uri="{BB962C8B-B14F-4D97-AF65-F5344CB8AC3E}">
        <p14:creationId xmlns:p14="http://schemas.microsoft.com/office/powerpoint/2010/main" val="33010231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4" name="Group 83">
            <a:extLst>
              <a:ext uri="{FF2B5EF4-FFF2-40B4-BE49-F238E27FC236}">
                <a16:creationId xmlns:a16="http://schemas.microsoft.com/office/drawing/2014/main" id="{BDF0D99C-5D42-41C6-A50C-C4E2D6B2A36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 name="Straight Connector 11">
              <a:extLst>
                <a:ext uri="{FF2B5EF4-FFF2-40B4-BE49-F238E27FC236}">
                  <a16:creationId xmlns:a16="http://schemas.microsoft.com/office/drawing/2014/main" id="{5F28962D-50BA-43F8-8863-28ECE711D3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80F5939-D4E0-46FD-9A5A-5D648E3810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633D331-78CB-40A1-B167-8185EC5D70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512E4B1-E78E-49E7-AA36-374CC1B084E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7D46340-CBFC-490F-B44E-7AA8FBF58B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575C26C-3EBD-4AA9-BA4D-2561E295D65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35DB6BE-E065-4559-BF5C-36B56B3790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DA54272-CD9D-4F68-BBAB-4F0C0C3EC6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002CE8F-9256-4F2C-B474-5887371711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9C9DE9F-4252-401D-913E-B74C9E326F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FE4E69B-534F-4A80-9E1C-798BEE1B07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7564E1C-009C-4832-AE8D-E98286693F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305DF1C-5801-43F2-A8B9-5351369418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06E71C8-0783-4E17-9B34-F51231DD29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D908F17-2A89-4B0A-A2EA-692390969FE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BE22751-380F-44F9-BEED-0A553CF87B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7B27910-846F-4E4E-B588-F5B2E026FE9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6E0501E-134E-46D7-984F-3A382B0BB2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90A83974-CBD7-4A69-9D84-2D3BBDE027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503E931-00D4-4B0C-BC69-49FE5C7665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7732A30-BE2F-4D71-BC37-60F7B44591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C8EB840-DE7D-4E67-989C-F4D8F50E15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05D2CC2-53CC-487E-A72E-42B1E9B184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3A12D6B-1D60-4F26-8FB9-74AD5B070B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1895D00-2D63-443C-95A8-5EB6E5EECBF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6AC50652-2A56-4382-95D0-971644EE0FA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DA50A374-8880-482D-B54F-F74E0D7BE1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66364D8-CCC7-4AAF-94BC-766EC160D9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A0DC409-26E2-4453-89FD-745EA849BE7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39ED039-D66C-4A5E-AA35-E7A5FA2E64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C72C13DC-161E-49CF-96B5-5383AA052A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85" name="Right Triangle 84">
            <a:extLst>
              <a:ext uri="{FF2B5EF4-FFF2-40B4-BE49-F238E27FC236}">
                <a16:creationId xmlns:a16="http://schemas.microsoft.com/office/drawing/2014/main" id="{63BAC6E0-ADAC-40FB-AF53-88FA5F8373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4" y="151621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86" name="Rectangle 85">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87" name="Group 86">
            <a:extLst>
              <a:ext uri="{FF2B5EF4-FFF2-40B4-BE49-F238E27FC236}">
                <a16:creationId xmlns:a16="http://schemas.microsoft.com/office/drawing/2014/main" id="{67CE0AF2-326F-4B0F-B97A-2C14B3CE193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9" name="Straight Connector 48">
              <a:extLst>
                <a:ext uri="{FF2B5EF4-FFF2-40B4-BE49-F238E27FC236}">
                  <a16:creationId xmlns:a16="http://schemas.microsoft.com/office/drawing/2014/main" id="{4E8B05B5-D3AB-4AAC-B97A-7D65FF85F8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2647EC12-BFF1-4F97-8364-51C4DF8121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E715F011-94BA-47DC-834F-1388B34219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506A0AD-93DC-442E-9F60-B30CEAF7DD5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FED3C365-CE85-4FAC-B746-E04C9F92AF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178454BD-0545-4C56-BD44-0FD16077F2C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5B2AB6B5-F9FA-46C4-9677-F28F2A3BC9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0A888551-D4D1-46F5-975D-320FB87DBC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67C48A2-7C70-4832-8EA1-F4690A5F6B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C6B11DE8-28CF-46C2-AB13-7AE2098015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0395973-46DA-4BF6-B9C1-F0B4512DEB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0CCFEEC4-7A30-4BB7-91CE-1BBA13833D5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08A0F616-0997-42B0-83B2-BDF6BB35011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444B0F3E-07AE-40F2-ACA8-84BBAEE5B92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A948B5D-3085-4444-95B3-2ED3F19C16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15B0FDF0-2286-4AD5-8409-EC8B706C50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0B8842C3-3266-4C74-A6BF-5529C9CC25A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E920E458-6F68-46DF-9407-9E6AD8CE21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10CB4A57-7F7E-426D-93B5-984A8F8BC64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CC038EA1-A5C8-4528-9DEC-35C3970C22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3CC18C7B-5800-46CC-B5DF-8B8D91A1B3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27AFBA18-1DE7-4213-9CF2-DAA4886EA9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E209AD18-3DFF-4A2A-BA06-5B62BC9F30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CC9349A2-4AE5-4765-852E-EDD390D0ED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8F551698-2DD2-4F8E-ABB8-0CBAE048C3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93D68F4A-8464-4C0E-8E8F-218BA86E10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31142AB3-3DD8-414B-8BB3-2E30DBD759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5D796E03-EB21-459D-96EA-B0EE0109B7F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32F4A84E-E201-47CA-85A4-25A9D76623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0C03A65C-C198-4FD0-8FF6-BBF0C3AA8D3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2344B27-CEB6-40F4-A75F-54415ACD54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88" name="Freeform: Shape 87">
            <a:extLst>
              <a:ext uri="{FF2B5EF4-FFF2-40B4-BE49-F238E27FC236}">
                <a16:creationId xmlns:a16="http://schemas.microsoft.com/office/drawing/2014/main" id="{FD965435-B881-4C53-9917-5CDFE7688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79" y="2882524"/>
            <a:ext cx="12184765" cy="3975477"/>
          </a:xfrm>
          <a:custGeom>
            <a:avLst/>
            <a:gdLst>
              <a:gd name="connsiteX0" fmla="*/ 8942254 w 12188952"/>
              <a:gd name="connsiteY0" fmla="*/ 34 h 3975477"/>
              <a:gd name="connsiteX1" fmla="*/ 11642906 w 12188952"/>
              <a:gd name="connsiteY1" fmla="*/ 225257 h 3975477"/>
              <a:gd name="connsiteX2" fmla="*/ 12188952 w 12188952"/>
              <a:gd name="connsiteY2" fmla="*/ 311174 h 3975477"/>
              <a:gd name="connsiteX3" fmla="*/ 12188952 w 12188952"/>
              <a:gd name="connsiteY3" fmla="*/ 3975477 h 3975477"/>
              <a:gd name="connsiteX4" fmla="*/ 0 w 12188952"/>
              <a:gd name="connsiteY4" fmla="*/ 3975477 h 3975477"/>
              <a:gd name="connsiteX5" fmla="*/ 0 w 12188952"/>
              <a:gd name="connsiteY5" fmla="*/ 1085061 h 3975477"/>
              <a:gd name="connsiteX6" fmla="*/ 552141 w 12188952"/>
              <a:gd name="connsiteY6" fmla="*/ 1079980 h 3975477"/>
              <a:gd name="connsiteX7" fmla="*/ 8942254 w 12188952"/>
              <a:gd name="connsiteY7" fmla="*/ 34 h 3975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3975477">
                <a:moveTo>
                  <a:pt x="8942254" y="34"/>
                </a:moveTo>
                <a:cubicBezTo>
                  <a:pt x="9695041" y="1709"/>
                  <a:pt x="10568453" y="66687"/>
                  <a:pt x="11642906" y="225257"/>
                </a:cubicBezTo>
                <a:lnTo>
                  <a:pt x="12188952" y="311174"/>
                </a:lnTo>
                <a:lnTo>
                  <a:pt x="12188952" y="3975477"/>
                </a:lnTo>
                <a:lnTo>
                  <a:pt x="0" y="3975477"/>
                </a:lnTo>
                <a:lnTo>
                  <a:pt x="0" y="1085061"/>
                </a:lnTo>
                <a:lnTo>
                  <a:pt x="552141" y="1079980"/>
                </a:lnTo>
                <a:cubicBezTo>
                  <a:pt x="4849952" y="999477"/>
                  <a:pt x="5931106" y="-6667"/>
                  <a:pt x="8942254" y="34"/>
                </a:cubicBezTo>
                <a:close/>
              </a:path>
            </a:pathLst>
          </a:custGeom>
          <a:solidFill>
            <a:srgbClr val="BCBCBC">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3" name="Right Triangle 82">
            <a:extLst>
              <a:ext uri="{FF2B5EF4-FFF2-40B4-BE49-F238E27FC236}">
                <a16:creationId xmlns:a16="http://schemas.microsoft.com/office/drawing/2014/main" id="{72D91726-E656-4E99-9757-0A6650CB02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2" y="1517040"/>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E3F038C5-DCAC-1057-DDC5-DB39F93220D9}"/>
              </a:ext>
            </a:extLst>
          </p:cNvPr>
          <p:cNvSpPr>
            <a:spLocks noGrp="1"/>
          </p:cNvSpPr>
          <p:nvPr>
            <p:ph type="title"/>
          </p:nvPr>
        </p:nvSpPr>
        <p:spPr>
          <a:xfrm>
            <a:off x="691079" y="725951"/>
            <a:ext cx="4418418" cy="1918215"/>
          </a:xfrm>
        </p:spPr>
        <p:txBody>
          <a:bodyPr vert="horz" lIns="91440" tIns="45720" rIns="91440" bIns="45720" rtlCol="0" anchor="ctr">
            <a:normAutofit/>
          </a:bodyPr>
          <a:lstStyle/>
          <a:p>
            <a:r>
              <a:rPr lang="en-US"/>
              <a:t>Stationary</a:t>
            </a:r>
          </a:p>
        </p:txBody>
      </p:sp>
      <p:sp>
        <p:nvSpPr>
          <p:cNvPr id="3" name="Content Placeholder 2">
            <a:extLst>
              <a:ext uri="{FF2B5EF4-FFF2-40B4-BE49-F238E27FC236}">
                <a16:creationId xmlns:a16="http://schemas.microsoft.com/office/drawing/2014/main" id="{9A5CD38C-9C3B-A138-4DAC-057EA497B2FC}"/>
              </a:ext>
            </a:extLst>
          </p:cNvPr>
          <p:cNvSpPr>
            <a:spLocks noGrp="1"/>
          </p:cNvSpPr>
          <p:nvPr>
            <p:ph sz="half" idx="1"/>
          </p:nvPr>
        </p:nvSpPr>
        <p:spPr>
          <a:xfrm>
            <a:off x="5336275" y="725951"/>
            <a:ext cx="5696415" cy="1918215"/>
          </a:xfrm>
        </p:spPr>
        <p:txBody>
          <a:bodyPr vert="horz" lIns="91440" tIns="45720" rIns="91440" bIns="45720" rtlCol="0" anchor="ctr">
            <a:normAutofit/>
          </a:bodyPr>
          <a:lstStyle/>
          <a:p>
            <a:pPr>
              <a:lnSpc>
                <a:spcPct val="100000"/>
              </a:lnSpc>
            </a:pPr>
            <a:r>
              <a:rPr lang="en-US" sz="1700" dirty="0"/>
              <a:t>visual (plotting mean and standard deviation) </a:t>
            </a:r>
          </a:p>
          <a:p>
            <a:pPr algn="just">
              <a:lnSpc>
                <a:spcPct val="100000"/>
              </a:lnSpc>
            </a:pPr>
            <a:r>
              <a:rPr lang="en-US" sz="1700" dirty="0"/>
              <a:t>statistical methods (Augmented Dickey-Fuller test) were employed. The Augmented Dickey-Fuller test provided a p-value of 0.0, rejects the null hypothesis of a unit root and confirming that the series is stationary.</a:t>
            </a:r>
          </a:p>
        </p:txBody>
      </p:sp>
      <p:pic>
        <p:nvPicPr>
          <p:cNvPr id="6" name="Content Placeholder 5" descr="A screenshot of a computer code&#10;&#10;Description automatically generated">
            <a:extLst>
              <a:ext uri="{FF2B5EF4-FFF2-40B4-BE49-F238E27FC236}">
                <a16:creationId xmlns:a16="http://schemas.microsoft.com/office/drawing/2014/main" id="{E92ECF11-19EB-0056-4457-ACB8816E69EB}"/>
              </a:ext>
            </a:extLst>
          </p:cNvPr>
          <p:cNvPicPr>
            <a:picLocks noGrp="1" noChangeAspect="1"/>
          </p:cNvPicPr>
          <p:nvPr>
            <p:ph sz="half" idx="2"/>
          </p:nvPr>
        </p:nvPicPr>
        <p:blipFill>
          <a:blip r:embed="rId2"/>
          <a:stretch>
            <a:fillRect/>
          </a:stretch>
        </p:blipFill>
        <p:spPr>
          <a:xfrm>
            <a:off x="1251321" y="2883005"/>
            <a:ext cx="9221127" cy="3260400"/>
          </a:xfrm>
          <a:prstGeom prst="rect">
            <a:avLst/>
          </a:prstGeom>
        </p:spPr>
      </p:pic>
    </p:spTree>
    <p:extLst>
      <p:ext uri="{BB962C8B-B14F-4D97-AF65-F5344CB8AC3E}">
        <p14:creationId xmlns:p14="http://schemas.microsoft.com/office/powerpoint/2010/main" val="22032737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2A087-9A8C-1710-EE54-A9453087DB0F}"/>
              </a:ext>
            </a:extLst>
          </p:cNvPr>
          <p:cNvSpPr>
            <a:spLocks noGrp="1"/>
          </p:cNvSpPr>
          <p:nvPr>
            <p:ph type="title"/>
          </p:nvPr>
        </p:nvSpPr>
        <p:spPr/>
        <p:txBody>
          <a:bodyPr/>
          <a:lstStyle/>
          <a:p>
            <a:r>
              <a:rPr lang="en-US" dirty="0"/>
              <a:t>Assumptions</a:t>
            </a:r>
            <a:endParaRPr lang="en-IN" dirty="0"/>
          </a:p>
        </p:txBody>
      </p:sp>
      <p:sp>
        <p:nvSpPr>
          <p:cNvPr id="3" name="Content Placeholder 2">
            <a:extLst>
              <a:ext uri="{FF2B5EF4-FFF2-40B4-BE49-F238E27FC236}">
                <a16:creationId xmlns:a16="http://schemas.microsoft.com/office/drawing/2014/main" id="{FA8014B6-F34B-1A5A-3B79-839F2C64BEF7}"/>
              </a:ext>
            </a:extLst>
          </p:cNvPr>
          <p:cNvSpPr>
            <a:spLocks noGrp="1"/>
          </p:cNvSpPr>
          <p:nvPr>
            <p:ph idx="1"/>
          </p:nvPr>
        </p:nvSpPr>
        <p:spPr/>
        <p:txBody>
          <a:bodyPr/>
          <a:lstStyle/>
          <a:p>
            <a:pPr algn="just">
              <a:defRPr sz="1400"/>
            </a:pPr>
            <a:r>
              <a:t>• Wind Generation: 20 Horizontal Axis Wind Turbines (HAWT), blade length L=59.8m, sweep area A=11,234.4 m^2.</a:t>
            </a:r>
            <a:endParaRPr lang="en-IN" dirty="0"/>
          </a:p>
          <a:p>
            <a:pPr>
              <a:defRPr sz="1300">
                <a:latin typeface="Consolas"/>
              </a:defRPr>
            </a:pPr>
            <a:r>
              <a:t>  Ew = 0.5 * rho * A * (windspeed * 0.27778)^3 * 20 / 1000 kW (where rho = 1.225 kg/m^3)</a:t>
            </a:r>
          </a:p>
          <a:p>
            <a:pPr>
              <a:defRPr sz="1400"/>
            </a:pPr>
            <a:r>
              <a:t>• Solar Generation: Solar park with 5000 m^2 panel surface, 18% average efficiency.</a:t>
            </a:r>
          </a:p>
          <a:p>
            <a:pPr>
              <a:defRPr sz="1300">
                <a:latin typeface="Consolas"/>
              </a:defRPr>
            </a:pPr>
            <a:r>
              <a:t>  Es = A_solar * eta * solarradiation / 1000 kW</a:t>
            </a:r>
          </a:p>
          <a:p>
            <a:pPr>
              <a:defRPr sz="1400"/>
            </a:pPr>
            <a:r>
              <a:t>• Power Requirement: Diurnal consumer demand cycle is loaded from requirement.csv.</a:t>
            </a:r>
          </a:p>
        </p:txBody>
      </p:sp>
    </p:spTree>
    <p:extLst>
      <p:ext uri="{BB962C8B-B14F-4D97-AF65-F5344CB8AC3E}">
        <p14:creationId xmlns:p14="http://schemas.microsoft.com/office/powerpoint/2010/main" val="8785712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21A7D-C5F3-2935-987B-F83542027137}"/>
              </a:ext>
            </a:extLst>
          </p:cNvPr>
          <p:cNvSpPr>
            <a:spLocks noGrp="1"/>
          </p:cNvSpPr>
          <p:nvPr>
            <p:ph type="title"/>
          </p:nvPr>
        </p:nvSpPr>
        <p:spPr/>
        <p:txBody>
          <a:bodyPr/>
          <a:lstStyle/>
          <a:p>
            <a:r>
              <a:rPr lang="en-US" dirty="0"/>
              <a:t>Normalize Data</a:t>
            </a:r>
            <a:endParaRPr lang="en-IN" dirty="0"/>
          </a:p>
        </p:txBody>
      </p:sp>
      <p:sp>
        <p:nvSpPr>
          <p:cNvPr id="4" name="Content Placeholder 3">
            <a:extLst>
              <a:ext uri="{FF2B5EF4-FFF2-40B4-BE49-F238E27FC236}">
                <a16:creationId xmlns:a16="http://schemas.microsoft.com/office/drawing/2014/main" id="{6D2AECAE-69E5-91EA-FB8E-EEDB9707EC7D}"/>
              </a:ext>
            </a:extLst>
          </p:cNvPr>
          <p:cNvSpPr>
            <a:spLocks noGrp="1"/>
          </p:cNvSpPr>
          <p:nvPr>
            <p:ph sz="half" idx="1"/>
          </p:nvPr>
        </p:nvSpPr>
        <p:spPr/>
        <p:txBody>
          <a:bodyPr/>
          <a:lstStyle/>
          <a:p>
            <a:r>
              <a:rPr lang="en-US" dirty="0"/>
              <a:t>Data normalization was performed using MinMaxScaler, separately fitting `X_train` for feature scaling and `y_train` for target variable scaling to ensure all data values were proportionally scaled between 0 and 1.</a:t>
            </a:r>
            <a:endParaRPr lang="en-IN" dirty="0"/>
          </a:p>
        </p:txBody>
      </p:sp>
      <p:sp>
        <p:nvSpPr>
          <p:cNvPr id="5" name="Content Placeholder 4">
            <a:extLst>
              <a:ext uri="{FF2B5EF4-FFF2-40B4-BE49-F238E27FC236}">
                <a16:creationId xmlns:a16="http://schemas.microsoft.com/office/drawing/2014/main" id="{9C987B10-12C3-0868-094F-099C1D798655}"/>
              </a:ext>
            </a:extLst>
          </p:cNvPr>
          <p:cNvSpPr>
            <a:spLocks noGrp="1"/>
          </p:cNvSpPr>
          <p:nvPr>
            <p:ph sz="half" idx="2"/>
          </p:nvPr>
        </p:nvSpPr>
        <p:spPr/>
        <p:txBody>
          <a:bodyPr/>
          <a:lstStyle/>
          <a:p>
            <a:r>
              <a:rPr lang="en-IN" dirty="0">
                <a:solidFill>
                  <a:schemeClr val="accent1"/>
                </a:solidFill>
              </a:rPr>
              <a:t>X_scaler = MinMaxScaler()</a:t>
            </a:r>
          </a:p>
          <a:p>
            <a:r>
              <a:rPr lang="en-IN" dirty="0">
                <a:solidFill>
                  <a:schemeClr val="accent1"/>
                </a:solidFill>
              </a:rPr>
              <a:t>X_scaler.fit(X_train)</a:t>
            </a:r>
          </a:p>
          <a:p>
            <a:endParaRPr lang="en-IN" dirty="0">
              <a:solidFill>
                <a:schemeClr val="accent1"/>
              </a:solidFill>
            </a:endParaRPr>
          </a:p>
          <a:p>
            <a:r>
              <a:rPr lang="en-IN" dirty="0">
                <a:solidFill>
                  <a:schemeClr val="accent1"/>
                </a:solidFill>
              </a:rPr>
              <a:t>y_scaler = MinMaxScaler()</a:t>
            </a:r>
          </a:p>
          <a:p>
            <a:r>
              <a:rPr lang="en-IN" dirty="0">
                <a:solidFill>
                  <a:schemeClr val="accent1"/>
                </a:solidFill>
              </a:rPr>
              <a:t>y_scaler.fit(y_train)</a:t>
            </a:r>
          </a:p>
        </p:txBody>
      </p:sp>
    </p:spTree>
    <p:extLst>
      <p:ext uri="{BB962C8B-B14F-4D97-AF65-F5344CB8AC3E}">
        <p14:creationId xmlns:p14="http://schemas.microsoft.com/office/powerpoint/2010/main" val="24798029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8AB68-E460-77E7-FB20-579CC7ADCF62}"/>
              </a:ext>
            </a:extLst>
          </p:cNvPr>
          <p:cNvSpPr>
            <a:spLocks noGrp="1"/>
          </p:cNvSpPr>
          <p:nvPr>
            <p:ph type="title"/>
          </p:nvPr>
        </p:nvSpPr>
        <p:spPr/>
        <p:txBody>
          <a:bodyPr/>
          <a:lstStyle/>
          <a:p>
            <a:r>
              <a:rPr lang="en-US" dirty="0"/>
              <a:t>LSTM</a:t>
            </a:r>
            <a:endParaRPr lang="en-IN" dirty="0"/>
          </a:p>
        </p:txBody>
      </p:sp>
      <p:sp>
        <p:nvSpPr>
          <p:cNvPr id="3" name="Content Placeholder 2">
            <a:extLst>
              <a:ext uri="{FF2B5EF4-FFF2-40B4-BE49-F238E27FC236}">
                <a16:creationId xmlns:a16="http://schemas.microsoft.com/office/drawing/2014/main" id="{09FC7260-02FB-9E1C-84E1-4803E9E29438}"/>
              </a:ext>
            </a:extLst>
          </p:cNvPr>
          <p:cNvSpPr>
            <a:spLocks noGrp="1"/>
          </p:cNvSpPr>
          <p:nvPr>
            <p:ph idx="1"/>
          </p:nvPr>
        </p:nvSpPr>
        <p:spPr/>
        <p:txBody>
          <a:bodyPr>
            <a:normAutofit fontScale="85000" lnSpcReduction="20000"/>
          </a:bodyPr>
          <a:lstStyle/>
          <a:p>
            <a:pPr algn="just">
              <a:defRPr sz="1400"/>
            </a:pPr>
            <a:r>
              <a:t>• LSTM Model structured as a correctly-dimensioned temporal sequence model.</a:t>
            </a:r>
          </a:p>
          <a:p>
            <a:pPr>
              <a:defRPr sz="1400"/>
            </a:pPr>
            <a:r>
              <a:t>• Formats weather and energy features into 3D tensors: (batch_size, lookback_window=24, n_features=18) to predict next hour's output.</a:t>
            </a:r>
          </a:p>
          <a:p>
            <a:pPr>
              <a:defRPr sz="1400"/>
            </a:pPr>
            <a:r>
              <a:t>• Model structure: LSTM layer (64 units, tanh activation), 20% Dropout, Dense hidden layer (32 units), Dense output layer (1 unit).</a:t>
            </a:r>
          </a:p>
        </p:txBody>
      </p:sp>
    </p:spTree>
    <p:extLst>
      <p:ext uri="{BB962C8B-B14F-4D97-AF65-F5344CB8AC3E}">
        <p14:creationId xmlns:p14="http://schemas.microsoft.com/office/powerpoint/2010/main" val="11471776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DE6627-057C-F87E-1AA8-16EA17CD489A}"/>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BDF0D99C-5D42-41C6-A50C-C4E2D6B2A36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3" name="Straight Connector 12">
              <a:extLst>
                <a:ext uri="{FF2B5EF4-FFF2-40B4-BE49-F238E27FC236}">
                  <a16:creationId xmlns:a16="http://schemas.microsoft.com/office/drawing/2014/main" id="{5F28962D-50BA-43F8-8863-28ECE711D3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80F5939-D4E0-46FD-9A5A-5D648E3810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633D331-78CB-40A1-B167-8185EC5D70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512E4B1-E78E-49E7-AA36-374CC1B084E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7D46340-CBFC-490F-B44E-7AA8FBF58B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575C26C-3EBD-4AA9-BA4D-2561E295D65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35DB6BE-E065-4559-BF5C-36B56B3790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DA54272-CD9D-4F68-BBAB-4F0C0C3EC6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002CE8F-9256-4F2C-B474-5887371711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9C9DE9F-4252-401D-913E-B74C9E326F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FE4E69B-534F-4A80-9E1C-798BEE1B07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27564E1C-009C-4832-AE8D-E98286693F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305DF1C-5801-43F2-A8B9-5351369418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06E71C8-0783-4E17-9B34-F51231DD29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D908F17-2A89-4B0A-A2EA-692390969FE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BE22751-380F-44F9-BEED-0A553CF87B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7B27910-846F-4E4E-B588-F5B2E026FE9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6E0501E-134E-46D7-984F-3A382B0BB2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0A83974-CBD7-4A69-9D84-2D3BBDE027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503E931-00D4-4B0C-BC69-49FE5C7665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7732A30-BE2F-4D71-BC37-60F7B44591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C8EB840-DE7D-4E67-989C-F4D8F50E15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05D2CC2-53CC-487E-A72E-42B1E9B184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03A12D6B-1D60-4F26-8FB9-74AD5B070B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1895D00-2D63-443C-95A8-5EB6E5EECBF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AC50652-2A56-4382-95D0-971644EE0FA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A50A374-8880-482D-B54F-F74E0D7BE1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C66364D8-CCC7-4AAF-94BC-766EC160D9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A0DC409-26E2-4453-89FD-745EA849BE7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239ED039-D66C-4A5E-AA35-E7A5FA2E64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72C13DC-161E-49CF-96B5-5383AA052A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5" name="Right Triangle 44">
            <a:extLst>
              <a:ext uri="{FF2B5EF4-FFF2-40B4-BE49-F238E27FC236}">
                <a16:creationId xmlns:a16="http://schemas.microsoft.com/office/drawing/2014/main" id="{63BAC6E0-ADAC-40FB-AF53-88FA5F8373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4" y="151621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47" name="Rectangle 46">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49" name="Group 48">
            <a:extLst>
              <a:ext uri="{FF2B5EF4-FFF2-40B4-BE49-F238E27FC236}">
                <a16:creationId xmlns:a16="http://schemas.microsoft.com/office/drawing/2014/main" id="{5591A4A5-C00F-4B45-9735-FD2841BF348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50" name="Straight Connector 49">
              <a:extLst>
                <a:ext uri="{FF2B5EF4-FFF2-40B4-BE49-F238E27FC236}">
                  <a16:creationId xmlns:a16="http://schemas.microsoft.com/office/drawing/2014/main" id="{7A16FDB6-C8B8-4BB9-B5F6-C9E7D1549A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65D67BC-2831-45D1-804D-2B848B7FF6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B3254059-39EC-48CC-B948-9EE6B05517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AF3E0572-7D5E-4FAA-B67C-23A9C6D715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2C5F1231-CF22-4258-B764-592B6CB8DC0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1B2C5387-42A2-4464-BF18-E70B0227B9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2926F39D-AFC8-4FF6-9211-84AA777176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0D812696-9AF7-4D2B-A041-80C015F33A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CE6CB557-1E5B-4D2D-9330-8EB4AF7307C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03A4B30-3A15-4294-9BED-E7317857F0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0E7B8343-CDF9-4023-9FBF-F4ADE601B2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9BB30BD5-639D-4F53-BC6C-2A8D0FFFE5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8D7E1947-04B8-4F0B-9E3C-FC4E26D618F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3EDB6D6-D309-48D4-87F4-AAED7C57C7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F2E163F-B043-43B7-85CE-36F2136BAB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F6CB03C-E3B1-4D22-ABA3-986CC09FB3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9B41E31-EE5F-423F-8B88-3B56009A34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59D4FE6-B271-4427-8273-0B80EF1366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F7D26D0-83A1-41B0-82E3-FB5D3E93EE7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07E47C02-EBB8-4368-815C-FEDA23368D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8E61DA55-8618-4048-A65A-41E072D9FF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4DFC058B-6608-4509-92E1-D4D0D5BD57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9E3652A3-36D6-4E0C-B7FB-52CD69E9CF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8BF82BE6-B2D5-4FA1-98B4-1E0072C391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AECA553C-C7B8-4353-BC4C-D622087D6F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1F802227-5CA9-40B4-870E-495C7899C7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11A19F9E-BB49-4808-8481-77F848C2F4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C53A57BE-F139-4C31-8201-477E20DD2A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99F800EC-2D85-47C7-BFB8-B146DD929C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4478BA6D-3F48-40B1-8227-830029B628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421E6C45-0A76-456E-BDD6-3DCB661262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82" name="Right Triangle 81">
            <a:extLst>
              <a:ext uri="{FF2B5EF4-FFF2-40B4-BE49-F238E27FC236}">
                <a16:creationId xmlns:a16="http://schemas.microsoft.com/office/drawing/2014/main" id="{3C541D4F-11C2-4F36-B2A3-AB9028F2A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3" y="205909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FB57104D-D60F-57AB-800A-8835192F84FC}"/>
              </a:ext>
            </a:extLst>
          </p:cNvPr>
          <p:cNvSpPr>
            <a:spLocks noGrp="1"/>
          </p:cNvSpPr>
          <p:nvPr>
            <p:ph type="title"/>
          </p:nvPr>
        </p:nvSpPr>
        <p:spPr>
          <a:xfrm>
            <a:off x="691079" y="725952"/>
            <a:ext cx="4038652" cy="1881178"/>
          </a:xfrm>
        </p:spPr>
        <p:txBody>
          <a:bodyPr vert="horz" lIns="91440" tIns="45720" rIns="91440" bIns="45720" rtlCol="0" anchor="b">
            <a:normAutofit/>
          </a:bodyPr>
          <a:lstStyle/>
          <a:p>
            <a:r>
              <a:t>Model Comparison &amp; Results</a:t>
            </a:r>
          </a:p>
        </p:txBody>
      </p:sp>
      <p:sp>
        <p:nvSpPr>
          <p:cNvPr id="4" name="Content Placeholder 3">
            <a:extLst>
              <a:ext uri="{FF2B5EF4-FFF2-40B4-BE49-F238E27FC236}">
                <a16:creationId xmlns:a16="http://schemas.microsoft.com/office/drawing/2014/main" id="{86A7BE27-A1F4-5A56-7A2B-6D9B61BAD418}"/>
              </a:ext>
            </a:extLst>
          </p:cNvPr>
          <p:cNvSpPr>
            <a:spLocks noGrp="1"/>
          </p:cNvSpPr>
          <p:nvPr>
            <p:ph sz="half" idx="1"/>
          </p:nvPr>
        </p:nvSpPr>
        <p:spPr>
          <a:xfrm>
            <a:off x="691079" y="2886117"/>
            <a:ext cx="4038652" cy="3276824"/>
          </a:xfrm>
        </p:spPr>
        <p:txBody>
          <a:bodyPr vert="horz" lIns="91440" tIns="45720" rIns="91440" bIns="45720" rtlCol="0">
            <a:normAutofit/>
          </a:bodyPr>
          <a:lstStyle/>
          <a:p>
            <a:pPr>
              <a:defRPr sz="1500"/>
            </a:pPr>
            <a:r>
              <a:t>• We evaluate model performance for 24h Ahead Lagged Forecasting on the test set:</a:t>
            </a:r>
            <a:endParaRPr lang="en-US"/>
          </a:p>
          <a:p>
            <a:pPr>
              <a:defRPr sz="1400"/>
            </a:pPr>
            <a:r>
              <a:t>  - Brighton: Persistence MAE 25,338.6 kW | XGBoost MAE 22,864.4 kW | LSTM MAE 22,845.3 kW</a:t>
            </a:r>
          </a:p>
          <a:p>
            <a:pPr>
              <a:defRPr sz="1400"/>
            </a:pPr>
            <a:r>
              <a:t>  - Colchester: Persistence MAE 17,281.6 kW | XGBoost MAE 16,635.5 kW | LSTM MAE 16,105.1 kW</a:t>
            </a:r>
          </a:p>
          <a:p>
            <a:pPr>
              <a:defRPr sz="1500"/>
            </a:pPr>
            <a:r>
              <a:t>• The correctly dimensioned LSTM sequence model out-performs both the baseline persistence model and XGBoost, successfully capturing historical sequence temporal dependencies.</a:t>
            </a:r>
          </a:p>
        </p:txBody>
      </p:sp>
      <p:pic>
        <p:nvPicPr>
          <p:cNvPr id="7" name="Content Placeholder 6">
            <a:extLst>
              <a:ext uri="{FF2B5EF4-FFF2-40B4-BE49-F238E27FC236}">
                <a16:creationId xmlns:a16="http://schemas.microsoft.com/office/drawing/2014/main" id="{3858F164-DCE3-E30A-8DB1-CF90DC316742}"/>
              </a:ext>
            </a:extLst>
          </p:cNvPr>
          <p:cNvPicPr>
            <a:picLocks noGrp="1" noChangeAspect="1"/>
          </p:cNvPicPr>
          <p:nvPr>
            <p:ph sz="half" idx="2"/>
          </p:nvPr>
        </p:nvPicPr>
        <p:blipFill>
          <a:blip r:embed="rId2"/>
          <a:stretch>
            <a:fillRect/>
          </a:stretch>
        </p:blipFill>
        <p:spPr>
          <a:xfrm>
            <a:off x="5106333" y="1780000"/>
            <a:ext cx="6401443" cy="3312747"/>
          </a:xfrm>
          <a:prstGeom prst="rect">
            <a:avLst/>
          </a:prstGeom>
        </p:spPr>
      </p:pic>
    </p:spTree>
    <p:extLst>
      <p:ext uri="{BB962C8B-B14F-4D97-AF65-F5344CB8AC3E}">
        <p14:creationId xmlns:p14="http://schemas.microsoft.com/office/powerpoint/2010/main" val="36236507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59" name="Group 158">
            <a:extLst>
              <a:ext uri="{FF2B5EF4-FFF2-40B4-BE49-F238E27FC236}">
                <a16:creationId xmlns:a16="http://schemas.microsoft.com/office/drawing/2014/main" id="{BDF0D99C-5D42-41C6-A50C-C4E2D6B2A36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87" name="Straight Connector 86">
              <a:extLst>
                <a:ext uri="{FF2B5EF4-FFF2-40B4-BE49-F238E27FC236}">
                  <a16:creationId xmlns:a16="http://schemas.microsoft.com/office/drawing/2014/main" id="{5F28962D-50BA-43F8-8863-28ECE711D3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780F5939-D4E0-46FD-9A5A-5D648E3810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8633D331-78CB-40A1-B167-8185EC5D70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C512E4B1-E78E-49E7-AA36-374CC1B084E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A7D46340-CBFC-490F-B44E-7AA8FBF58B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3575C26C-3EBD-4AA9-BA4D-2561E295D65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235DB6BE-E065-4559-BF5C-36B56B3790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3DA54272-CD9D-4F68-BBAB-4F0C0C3EC6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002CE8F-9256-4F2C-B474-5887371711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59C9DE9F-4252-401D-913E-B74C9E326F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8FE4E69B-534F-4A80-9E1C-798BEE1B07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27564E1C-009C-4832-AE8D-E98286693F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305DF1C-5801-43F2-A8B9-5351369418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806E71C8-0783-4E17-9B34-F51231DD29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FD908F17-2A89-4B0A-A2EA-692390969FE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FBE22751-380F-44F9-BEED-0A553CF87B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77B27910-846F-4E4E-B588-F5B2E026FE9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E6E0501E-134E-46D7-984F-3A382B0BB2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90A83974-CBD7-4A69-9D84-2D3BBDE027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A503E931-00D4-4B0C-BC69-49FE5C7665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97732A30-BE2F-4D71-BC37-60F7B44591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0C8EB840-DE7D-4E67-989C-F4D8F50E15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F05D2CC2-53CC-487E-A72E-42B1E9B184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03A12D6B-1D60-4F26-8FB9-74AD5B070B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41895D00-2D63-443C-95A8-5EB6E5EECBF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6AC50652-2A56-4382-95D0-971644EE0FA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DA50A374-8880-482D-B54F-F74E0D7BE1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66364D8-CCC7-4AAF-94BC-766EC160D9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4A0DC409-26E2-4453-89FD-745EA849BE7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239ED039-D66C-4A5E-AA35-E7A5FA2E64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C72C13DC-161E-49CF-96B5-5383AA052A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160" name="Right Triangle 159">
            <a:extLst>
              <a:ext uri="{FF2B5EF4-FFF2-40B4-BE49-F238E27FC236}">
                <a16:creationId xmlns:a16="http://schemas.microsoft.com/office/drawing/2014/main" id="{63BAC6E0-ADAC-40FB-AF53-88FA5F8373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4" y="151621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61" name="Rectangle 160">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useBgFill="1">
        <p:nvSpPr>
          <p:cNvPr id="162" name="Freeform: Shape 161">
            <a:extLst>
              <a:ext uri="{FF2B5EF4-FFF2-40B4-BE49-F238E27FC236}">
                <a16:creationId xmlns:a16="http://schemas.microsoft.com/office/drawing/2014/main" id="{CFDF70F4-97B6-40D8-B1FA-9580DBD239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2244" y="224448"/>
            <a:ext cx="6857996" cy="6409096"/>
          </a:xfrm>
          <a:custGeom>
            <a:avLst/>
            <a:gdLst>
              <a:gd name="connsiteX0" fmla="*/ 0 w 6857996"/>
              <a:gd name="connsiteY0" fmla="*/ 2827344 h 6142577"/>
              <a:gd name="connsiteX1" fmla="*/ 0 w 6857996"/>
              <a:gd name="connsiteY1" fmla="*/ 5080510 h 6142577"/>
              <a:gd name="connsiteX2" fmla="*/ 3 w 6857996"/>
              <a:gd name="connsiteY2" fmla="*/ 5080510 h 6142577"/>
              <a:gd name="connsiteX3" fmla="*/ 3 w 6857996"/>
              <a:gd name="connsiteY3" fmla="*/ 6142577 h 6142577"/>
              <a:gd name="connsiteX4" fmla="*/ 6857996 w 6857996"/>
              <a:gd name="connsiteY4" fmla="*/ 6142577 h 6142577"/>
              <a:gd name="connsiteX5" fmla="*/ 6857996 w 6857996"/>
              <a:gd name="connsiteY5" fmla="*/ 3928749 h 6142577"/>
              <a:gd name="connsiteX6" fmla="*/ 6857996 w 6857996"/>
              <a:gd name="connsiteY6" fmla="*/ 2572597 h 6142577"/>
              <a:gd name="connsiteX7" fmla="*/ 6857996 w 6857996"/>
              <a:gd name="connsiteY7" fmla="*/ 307516 h 6142577"/>
              <a:gd name="connsiteX8" fmla="*/ 6550769 w 6857996"/>
              <a:gd name="connsiteY8" fmla="*/ 222609 h 6142577"/>
              <a:gd name="connsiteX9" fmla="*/ 5031274 w 6857996"/>
              <a:gd name="connsiteY9" fmla="*/ 33 h 6142577"/>
              <a:gd name="connsiteX10" fmla="*/ 310659 w 6857996"/>
              <a:gd name="connsiteY10" fmla="*/ 1067285 h 6142577"/>
              <a:gd name="connsiteX11" fmla="*/ 2 w 6857996"/>
              <a:gd name="connsiteY11" fmla="*/ 1072307 h 6142577"/>
              <a:gd name="connsiteX12" fmla="*/ 2 w 6857996"/>
              <a:gd name="connsiteY12" fmla="*/ 2827344 h 6142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7996" h="6142577">
                <a:moveTo>
                  <a:pt x="0" y="2827344"/>
                </a:moveTo>
                <a:lnTo>
                  <a:pt x="0" y="5080510"/>
                </a:lnTo>
                <a:lnTo>
                  <a:pt x="3" y="5080510"/>
                </a:lnTo>
                <a:lnTo>
                  <a:pt x="3" y="6142577"/>
                </a:lnTo>
                <a:lnTo>
                  <a:pt x="6857996" y="6142577"/>
                </a:lnTo>
                <a:lnTo>
                  <a:pt x="6857996" y="3928749"/>
                </a:lnTo>
                <a:lnTo>
                  <a:pt x="6857996" y="2572597"/>
                </a:lnTo>
                <a:lnTo>
                  <a:pt x="6857996" y="307516"/>
                </a:lnTo>
                <a:lnTo>
                  <a:pt x="6550769" y="222609"/>
                </a:lnTo>
                <a:cubicBezTo>
                  <a:pt x="5946238" y="65902"/>
                  <a:pt x="5454822" y="1688"/>
                  <a:pt x="5031274" y="33"/>
                </a:cubicBezTo>
                <a:cubicBezTo>
                  <a:pt x="3337081" y="-6590"/>
                  <a:pt x="2728780" y="987729"/>
                  <a:pt x="310659" y="1067285"/>
                </a:cubicBezTo>
                <a:lnTo>
                  <a:pt x="2" y="1072307"/>
                </a:lnTo>
                <a:lnTo>
                  <a:pt x="2" y="2827344"/>
                </a:lnTo>
                <a:close/>
              </a:path>
            </a:pathLst>
          </a:custGeom>
          <a:solidFill>
            <a:srgbClr val="BCBCBC">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25" name="Group 124">
            <a:extLst>
              <a:ext uri="{FF2B5EF4-FFF2-40B4-BE49-F238E27FC236}">
                <a16:creationId xmlns:a16="http://schemas.microsoft.com/office/drawing/2014/main" id="{807F70BA-21EF-4B7D-ACFF-D02E136D44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6" name="Straight Connector 125">
              <a:extLst>
                <a:ext uri="{FF2B5EF4-FFF2-40B4-BE49-F238E27FC236}">
                  <a16:creationId xmlns:a16="http://schemas.microsoft.com/office/drawing/2014/main" id="{7D487A9C-B45A-450B-B04B-02570D8F41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09C56948-B944-4EAA-A601-1C3F289A7C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43EFFD07-1C36-4595-9832-727669712C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FA5917E5-3154-42BC-8308-71C3D44DB4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4B05D64D-A9ED-421A-9ABE-761977A815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25E49393-F5BE-4823-92E3-7A624F7EAAE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46035503-21C0-4568-B46B-90BB750327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F5CACA2B-D1AF-419E-BFBF-413F69DFDB8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2284408D-F3CE-466F-A0C8-D27F2BCFC62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A2C5065B-1474-4D66-99DB-CFEF811C0FD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6C6F4B51-92DC-4003-A3E7-28710D57AB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0D5C13CE-E4FE-4F85-BC09-9C950ED7526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851C5D97-1CDA-475E-BAC6-EE58999872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DB712EBA-54FF-45FE-9A4E-98C0C0EC23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7E0AB49E-A89E-4B6C-AAAA-96E326D154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1E63E817-E471-4A64-9EF6-FFB1FBB348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E4BB2927-CDAC-455A-8D26-8582DD13DD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A8E42F79-594B-4397-8A30-281228EF99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6E578AA8-0A5F-4BAA-AAFC-8A1E07838B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9BA6CB24-165E-4D82-A315-18FFF8ABC6C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6A7AFC89-7922-47E2-8920-9883AF13C2E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82D63DEE-348A-4118-952F-DCD6FC1B6D2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47A17409-8146-400D-A3C1-1E93FE2056D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621B7B93-01A0-4FDD-A6E1-5729577818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6D3948D1-38CD-41AC-BBE8-291A85A7035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A633F3FE-70B6-41BD-A2D7-F9A53AB38E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09D1DD0D-9D4A-41EA-9650-F8215D949B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8148EE7C-8DC4-4A31-A981-8F838EA8FA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F7F7EC5C-3015-4A5E-A9E3-B53F5293D2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FD7AF31F-4674-411A-837A-ED991478D2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5D3DAED2-414E-42E1-998A-6D7EF4A4D06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158" name="Right Triangle 157">
            <a:extLst>
              <a:ext uri="{FF2B5EF4-FFF2-40B4-BE49-F238E27FC236}">
                <a16:creationId xmlns:a16="http://schemas.microsoft.com/office/drawing/2014/main" id="{9E92C66B-792F-479F-B983-F47FEE1AB5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4" y="1525300"/>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DA61694E-79F5-298D-34A1-23D2D6E54E65}"/>
              </a:ext>
            </a:extLst>
          </p:cNvPr>
          <p:cNvSpPr>
            <a:spLocks noGrp="1"/>
          </p:cNvSpPr>
          <p:nvPr>
            <p:ph type="title"/>
          </p:nvPr>
        </p:nvSpPr>
        <p:spPr>
          <a:xfrm>
            <a:off x="691079" y="725951"/>
            <a:ext cx="5408027" cy="1442463"/>
          </a:xfrm>
        </p:spPr>
        <p:txBody>
          <a:bodyPr vert="horz" lIns="91440" tIns="45720" rIns="91440" bIns="45720" rtlCol="0" anchor="b">
            <a:normAutofit/>
          </a:bodyPr>
          <a:lstStyle/>
          <a:p>
            <a:r>
              <a:t>Cost-Optimized Decisions (Brighton)</a:t>
            </a:r>
          </a:p>
        </p:txBody>
      </p:sp>
      <p:sp>
        <p:nvSpPr>
          <p:cNvPr id="3" name="Content Placeholder 2">
            <a:extLst>
              <a:ext uri="{FF2B5EF4-FFF2-40B4-BE49-F238E27FC236}">
                <a16:creationId xmlns:a16="http://schemas.microsoft.com/office/drawing/2014/main" id="{BAA622A4-59EE-B76E-A5E5-D5D5C78C0630}"/>
              </a:ext>
            </a:extLst>
          </p:cNvPr>
          <p:cNvSpPr>
            <a:spLocks noGrp="1"/>
          </p:cNvSpPr>
          <p:nvPr>
            <p:ph sz="half" idx="1"/>
          </p:nvPr>
        </p:nvSpPr>
        <p:spPr>
          <a:xfrm>
            <a:off x="691079" y="2340131"/>
            <a:ext cx="4424633" cy="3791918"/>
          </a:xfrm>
        </p:spPr>
        <p:txBody>
          <a:bodyPr vert="horz" lIns="91440" tIns="45720" rIns="91440" bIns="45720" rtlCol="0">
            <a:normAutofit/>
          </a:bodyPr>
          <a:lstStyle/>
          <a:p>
            <a:pPr>
              <a:defRPr sz="1400"/>
            </a:pPr>
            <a:r>
              <a:t>• Business cost model: FP Deficit Cost = £0.20/kWh (spot price premium); FN Opportunity Cost = £0.02/kWh.</a:t>
            </a:r>
          </a:p>
          <a:p>
            <a:pPr>
              <a:defRPr sz="1400"/>
            </a:pPr>
            <a:r>
              <a:t>• A naive threshold (0.0 kW surplus) is highly unprofitable due to the massive cost of false positives.</a:t>
            </a:r>
          </a:p>
          <a:p>
            <a:pPr>
              <a:defRPr sz="1400"/>
            </a:pPr>
            <a:r>
              <a:t>• Brighton Optimal Threshold: 15.0 MW (15,000 kW) predicted surplus. This safety margin reduces operational losses by 40.0% (saving £4.18M).</a:t>
            </a:r>
          </a:p>
        </p:txBody>
      </p:sp>
      <p:pic>
        <p:nvPicPr>
          <p:cNvPr id="164" name="Picture 163" descr="Cost_Curve_Brighton.png"/>
          <p:cNvPicPr>
            <a:picLocks noChangeAspect="1"/>
          </p:cNvPicPr>
          <p:nvPr/>
        </p:nvPicPr>
        <p:blipFill>
          <a:blip r:embed="rId3"/>
          <a:stretch>
            <a:fillRect/>
          </a:stretch>
        </p:blipFill>
        <p:spPr>
          <a:xfrm>
            <a:off x="7087094" y="1825639"/>
            <a:ext cx="4401655" cy="3213208"/>
          </a:xfrm>
          <a:prstGeom prst="rect">
            <a:avLst/>
          </a:prstGeom>
        </p:spPr>
      </p:pic>
    </p:spTree>
    <p:extLst>
      <p:ext uri="{BB962C8B-B14F-4D97-AF65-F5344CB8AC3E}">
        <p14:creationId xmlns:p14="http://schemas.microsoft.com/office/powerpoint/2010/main" val="1592830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748618E9-EE2D-4864-9EEE-58939BD4FBB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 name="Straight Connector 10">
              <a:extLst>
                <a:ext uri="{FF2B5EF4-FFF2-40B4-BE49-F238E27FC236}">
                  <a16:creationId xmlns:a16="http://schemas.microsoft.com/office/drawing/2014/main" id="{317D1EC0-23FF-4FC8-B22D-E34878EAA4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AB929A7-258C-4469-AAB4-A67D713F7A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A635CDB-2D00-49D5-B26E-0694A25000C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4288D7A-F857-418D-92F2-368E841B9F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1084F50-7F3C-4A4A-877E-FFD9EC7CD8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31E64C1-F4C0-4A94-B319-BB1A0A2450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63D8374-8052-417F-AB69-B97EAC43D5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7750734-4D51-4019-A003-38A3DE49B4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1B693D1-DBA2-4D3B-9B37-D9EE8C4112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BCD3EA8-E4C0-4AF6-817F-F9F29157A4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A170FB3-B397-4AC9-85FD-65388F26D9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E5EC0B9-49C7-4777-AEC5-B5EF8DE404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902048B-30F7-4434-87A5-140F9BB4BE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500A6E2-A41C-4751-8A4E-9A0C5718D93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C259517-7BE7-45F9-81C0-3A6362BF14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0652F56-7B71-42B2-AB68-22204A6DF1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059830E-1C3D-4D42-8789-524971CB4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53325A7-86D3-4B52-A7E3-ADDF408B40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D53F46F-EC12-484C-A4E7-791E57687AC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64ED9CA-8950-47B8-A9ED-22B45CE15F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4429F7B-9FD7-438F-8ECA-3FCAD00618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C558100-D455-4B41-890C-BCC898B2D1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2886397-398A-4318-BE16-2CBAC1902F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7D32A3A6-CE6E-4ABD-8522-2C8DC88C07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9014C09-5B84-4798-8BDE-C80D76E67B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A29EB9E-ED9D-4C69-8A26-9A7A0A8305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A2899F9-1795-416F-8F3D-26EEB684DB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E3043474-8625-495C-BD06-3627FD286C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432CE47-7631-408E-8DDC-79EE378B70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B2C8832D-8B8D-4036-B913-2D36314327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1CCEFEAF-E87B-4FF2-A947-94CABAA061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Right Triangle 42">
            <a:extLst>
              <a:ext uri="{FF2B5EF4-FFF2-40B4-BE49-F238E27FC236}">
                <a16:creationId xmlns:a16="http://schemas.microsoft.com/office/drawing/2014/main" id="{2437C4A8-8E3A-4ADA-93B9-64737CE1AB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45" name="Rectangle 44">
            <a:extLst>
              <a:ext uri="{FF2B5EF4-FFF2-40B4-BE49-F238E27FC236}">
                <a16:creationId xmlns:a16="http://schemas.microsoft.com/office/drawing/2014/main" id="{A173122F-D466-4F08-90FA-0038F7AC21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47" name="Group 46">
            <a:extLst>
              <a:ext uri="{FF2B5EF4-FFF2-40B4-BE49-F238E27FC236}">
                <a16:creationId xmlns:a16="http://schemas.microsoft.com/office/drawing/2014/main" id="{B19EC7B8-C390-4F1B-8960-E6D32451033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8" name="Straight Connector 47">
              <a:extLst>
                <a:ext uri="{FF2B5EF4-FFF2-40B4-BE49-F238E27FC236}">
                  <a16:creationId xmlns:a16="http://schemas.microsoft.com/office/drawing/2014/main" id="{7CEE1CC1-2CD0-4957-8A12-48FA80C0CC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34901FEB-A7C2-457B-A124-AD433B0417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C76048A8-79AA-454C-BD3E-3004F74268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7B51975-25FE-4328-9815-2AA302F28A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B440B47E-6D3E-4978-B887-B53DA0BFF5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FD94D0A1-D760-40DE-B758-008B93D588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F9E590CB-0538-40D7-9CAC-1BBD39CC27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5D7C67DA-B2AA-46E2-8065-1F862A6F72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C0C2ED54-1B65-4F4A-B14B-41FC05B372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EAE5BBBC-F576-4D54-BF67-C00BB1F4F9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90D490E7-12F8-40DC-A9C1-D119667EEF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6C855383-9F21-4BDA-8FCA-22AF3D69FFC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FC3E600C-E08A-418E-B30E-2B0FC15DF9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E980D58F-BD3F-4B47-9BD2-888B0D9D19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43544818-9B28-4A71-8D7B-80727A5326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01FFBC7-035F-48C5-91FA-4A4973FCD6E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D6195BC5-BB4E-4F3F-8378-0B308B4252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02404171-AF5C-4FA1-9D4E-DCF75562BD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BAD45A86-9385-473D-9DBF-565E0A94AF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DBA5A228-913F-4D4F-AB25-5372936246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A87E8BFE-D92E-4EB3-ADD1-FB75CAA683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08756FCD-8335-4089-B4EE-13D629E53E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A9707D7B-937E-4DC3-87BA-B7B7042682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AB1A72DC-3F29-4488-9051-C21E1CBB7E5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956DAD76-815C-4F16-98CF-8E8BE1965B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AF2F8C5-6691-4EBD-B42E-4B17DF1ED2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D32ED14D-1C00-41C8-849C-030A1434E4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62F296F5-9867-45CA-BF0A-EF216F6A808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53B72471-9DB5-428B-AF52-E11E03B9FD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B8656B49-5277-4610-BD7B-F5D98170B5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F1A47399-8F78-4DB1-BD21-1166BCB267C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80" name="Right Triangle 79">
            <a:extLst>
              <a:ext uri="{FF2B5EF4-FFF2-40B4-BE49-F238E27FC236}">
                <a16:creationId xmlns:a16="http://schemas.microsoft.com/office/drawing/2014/main" id="{F952A221-69C2-46B3-890D-354CA5961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3" y="1525300"/>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38D6E16E-EBFD-18A3-137C-981B39F1A8E6}"/>
              </a:ext>
            </a:extLst>
          </p:cNvPr>
          <p:cNvSpPr>
            <a:spLocks noGrp="1"/>
          </p:cNvSpPr>
          <p:nvPr>
            <p:ph type="title"/>
          </p:nvPr>
        </p:nvSpPr>
        <p:spPr>
          <a:xfrm>
            <a:off x="691078" y="722904"/>
            <a:ext cx="5408713" cy="1410378"/>
          </a:xfrm>
        </p:spPr>
        <p:txBody>
          <a:bodyPr vert="horz" lIns="91440" tIns="45720" rIns="91440" bIns="45720" rtlCol="0" anchor="b">
            <a:normAutofit/>
          </a:bodyPr>
          <a:lstStyle/>
          <a:p>
            <a:pPr>
              <a:lnSpc>
                <a:spcPct val="90000"/>
              </a:lnSpc>
            </a:pPr>
            <a:r>
              <a:rPr lang="en-US" sz="4600"/>
              <a:t>Required Power for the Next 24 hours</a:t>
            </a:r>
          </a:p>
        </p:txBody>
      </p:sp>
      <p:pic>
        <p:nvPicPr>
          <p:cNvPr id="5" name="Content Placeholder 4">
            <a:extLst>
              <a:ext uri="{FF2B5EF4-FFF2-40B4-BE49-F238E27FC236}">
                <a16:creationId xmlns:a16="http://schemas.microsoft.com/office/drawing/2014/main" id="{6000ACDB-E1E4-DA9E-A402-53C173592CE6}"/>
              </a:ext>
            </a:extLst>
          </p:cNvPr>
          <p:cNvPicPr>
            <a:picLocks noGrp="1" noChangeAspect="1"/>
          </p:cNvPicPr>
          <p:nvPr>
            <p:ph idx="1"/>
          </p:nvPr>
        </p:nvPicPr>
        <p:blipFill>
          <a:blip r:embed="rId2"/>
          <a:stretch>
            <a:fillRect/>
          </a:stretch>
        </p:blipFill>
        <p:spPr>
          <a:xfrm>
            <a:off x="1940977" y="2340144"/>
            <a:ext cx="7798382" cy="3801712"/>
          </a:xfrm>
          <a:prstGeom prst="rect">
            <a:avLst/>
          </a:prstGeom>
        </p:spPr>
      </p:pic>
    </p:spTree>
    <p:extLst>
      <p:ext uri="{BB962C8B-B14F-4D97-AF65-F5344CB8AC3E}">
        <p14:creationId xmlns:p14="http://schemas.microsoft.com/office/powerpoint/2010/main" val="21065393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748618E9-EE2D-4864-9EEE-58939BD4FBB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 name="Straight Connector 10">
              <a:extLst>
                <a:ext uri="{FF2B5EF4-FFF2-40B4-BE49-F238E27FC236}">
                  <a16:creationId xmlns:a16="http://schemas.microsoft.com/office/drawing/2014/main" id="{317D1EC0-23FF-4FC8-B22D-E34878EAA4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AB929A7-258C-4469-AAB4-A67D713F7A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A635CDB-2D00-49D5-B26E-0694A25000C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4288D7A-F857-418D-92F2-368E841B9F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1084F50-7F3C-4A4A-877E-FFD9EC7CD8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31E64C1-F4C0-4A94-B319-BB1A0A2450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63D8374-8052-417F-AB69-B97EAC43D5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7750734-4D51-4019-A003-38A3DE49B4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1B693D1-DBA2-4D3B-9B37-D9EE8C4112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BCD3EA8-E4C0-4AF6-817F-F9F29157A4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A170FB3-B397-4AC9-85FD-65388F26D9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E5EC0B9-49C7-4777-AEC5-B5EF8DE404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902048B-30F7-4434-87A5-140F9BB4BE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500A6E2-A41C-4751-8A4E-9A0C5718D93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C259517-7BE7-45F9-81C0-3A6362BF14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0652F56-7B71-42B2-AB68-22204A6DF1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059830E-1C3D-4D42-8789-524971CB4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53325A7-86D3-4B52-A7E3-ADDF408B40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D53F46F-EC12-484C-A4E7-791E57687AC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64ED9CA-8950-47B8-A9ED-22B45CE15F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4429F7B-9FD7-438F-8ECA-3FCAD00618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C558100-D455-4B41-890C-BCC898B2D1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2886397-398A-4318-BE16-2CBAC1902F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7D32A3A6-CE6E-4ABD-8522-2C8DC88C07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9014C09-5B84-4798-8BDE-C80D76E67B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A29EB9E-ED9D-4C69-8A26-9A7A0A8305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A2899F9-1795-416F-8F3D-26EEB684DB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E3043474-8625-495C-BD06-3627FD286C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432CE47-7631-408E-8DDC-79EE378B70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B2C8832D-8B8D-4036-B913-2D36314327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1CCEFEAF-E87B-4FF2-A947-94CABAA061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Right Triangle 42">
            <a:extLst>
              <a:ext uri="{FF2B5EF4-FFF2-40B4-BE49-F238E27FC236}">
                <a16:creationId xmlns:a16="http://schemas.microsoft.com/office/drawing/2014/main" id="{2437C4A8-8E3A-4ADA-93B9-64737CE1AB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45" name="Rectangle 44">
            <a:extLst>
              <a:ext uri="{FF2B5EF4-FFF2-40B4-BE49-F238E27FC236}">
                <a16:creationId xmlns:a16="http://schemas.microsoft.com/office/drawing/2014/main" id="{A173122F-D466-4F08-90FA-0038F7AC21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47" name="Group 46">
            <a:extLst>
              <a:ext uri="{FF2B5EF4-FFF2-40B4-BE49-F238E27FC236}">
                <a16:creationId xmlns:a16="http://schemas.microsoft.com/office/drawing/2014/main" id="{B19EC7B8-C390-4F1B-8960-E6D32451033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8" name="Straight Connector 47">
              <a:extLst>
                <a:ext uri="{FF2B5EF4-FFF2-40B4-BE49-F238E27FC236}">
                  <a16:creationId xmlns:a16="http://schemas.microsoft.com/office/drawing/2014/main" id="{7CEE1CC1-2CD0-4957-8A12-48FA80C0CC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34901FEB-A7C2-457B-A124-AD433B0417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C76048A8-79AA-454C-BD3E-3004F74268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7B51975-25FE-4328-9815-2AA302F28A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B440B47E-6D3E-4978-B887-B53DA0BFF5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FD94D0A1-D760-40DE-B758-008B93D588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F9E590CB-0538-40D7-9CAC-1BBD39CC27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5D7C67DA-B2AA-46E2-8065-1F862A6F72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C0C2ED54-1B65-4F4A-B14B-41FC05B372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EAE5BBBC-F576-4D54-BF67-C00BB1F4F9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90D490E7-12F8-40DC-A9C1-D119667EEF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6C855383-9F21-4BDA-8FCA-22AF3D69FFC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FC3E600C-E08A-418E-B30E-2B0FC15DF9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E980D58F-BD3F-4B47-9BD2-888B0D9D19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43544818-9B28-4A71-8D7B-80727A5326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01FFBC7-035F-48C5-91FA-4A4973FCD6E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D6195BC5-BB4E-4F3F-8378-0B308B4252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02404171-AF5C-4FA1-9D4E-DCF75562BD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BAD45A86-9385-473D-9DBF-565E0A94AF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DBA5A228-913F-4D4F-AB25-5372936246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A87E8BFE-D92E-4EB3-ADD1-FB75CAA683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08756FCD-8335-4089-B4EE-13D629E53E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A9707D7B-937E-4DC3-87BA-B7B7042682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AB1A72DC-3F29-4488-9051-C21E1CBB7E5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956DAD76-815C-4F16-98CF-8E8BE1965B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AF2F8C5-6691-4EBD-B42E-4B17DF1ED2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D32ED14D-1C00-41C8-849C-030A1434E4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62F296F5-9867-45CA-BF0A-EF216F6A808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53B72471-9DB5-428B-AF52-E11E03B9FD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B8656B49-5277-4610-BD7B-F5D98170B5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F1A47399-8F78-4DB1-BD21-1166BCB267C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80" name="Right Triangle 79">
            <a:extLst>
              <a:ext uri="{FF2B5EF4-FFF2-40B4-BE49-F238E27FC236}">
                <a16:creationId xmlns:a16="http://schemas.microsoft.com/office/drawing/2014/main" id="{F952A221-69C2-46B3-890D-354CA5961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5810332" y="-286720"/>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2E848125-B097-8FFF-7914-20BFEA310767}"/>
              </a:ext>
            </a:extLst>
          </p:cNvPr>
          <p:cNvSpPr>
            <a:spLocks noGrp="1"/>
          </p:cNvSpPr>
          <p:nvPr>
            <p:ph type="title"/>
          </p:nvPr>
        </p:nvSpPr>
        <p:spPr>
          <a:xfrm>
            <a:off x="1169071" y="722904"/>
            <a:ext cx="9821130" cy="1075904"/>
          </a:xfrm>
        </p:spPr>
        <p:txBody>
          <a:bodyPr vert="horz" lIns="91440" tIns="45720" rIns="91440" bIns="45720" rtlCol="0" anchor="b">
            <a:normAutofit/>
          </a:bodyPr>
          <a:lstStyle/>
          <a:p>
            <a:r>
              <a:t>Operational Decisions (Colchester)</a:t>
            </a:r>
          </a:p>
        </p:txBody>
      </p:sp>
      <p:pic>
        <p:nvPicPr>
          <p:cNvPr id="81" name="Picture 80" descr="Cost_Curve_Colchester.png"/>
          <p:cNvPicPr>
            <a:picLocks noChangeAspect="1"/>
          </p:cNvPicPr>
          <p:nvPr/>
        </p:nvPicPr>
        <p:blipFill>
          <a:blip r:embed="rId3"/>
          <a:stretch>
            <a:fillRect/>
          </a:stretch>
        </p:blipFill>
        <p:spPr>
          <a:xfrm>
            <a:off x="7087094" y="1825639"/>
            <a:ext cx="4401655" cy="3213208"/>
          </a:xfrm>
          <a:prstGeom prst="rect">
            <a:avLst/>
          </a:prstGeom>
        </p:spPr>
      </p:pic>
      <p:sp>
        <p:nvSpPr>
          <p:cNvPr id="82" name="TextBox 81"/>
          <p:cNvSpPr txBox="1"/>
          <p:nvPr/>
        </p:nvSpPr>
        <p:spPr>
          <a:xfrm>
            <a:off x="691079" y="2340131"/>
            <a:ext cx="4424633" cy="3791918"/>
          </a:xfrm>
          <a:prstGeom prst="rect">
            <a:avLst/>
          </a:prstGeom>
          <a:noFill/>
        </p:spPr>
        <p:txBody>
          <a:bodyPr wrap="square">
            <a:spAutoFit/>
          </a:bodyPr>
          <a:lstStyle/>
          <a:p>
            <a:pPr>
              <a:defRPr sz="1400"/>
            </a:pPr>
            <a:r>
              <a:t>• Colchester Cost Optimization: Optimal surplus threshold is 14.8 MW (14,798 kW), reducing losses by 44.5% (saving £3.36M).</a:t>
            </a:r>
          </a:p>
          <a:p>
            <a:pPr>
              <a:defRPr sz="1400"/>
            </a:pPr>
            <a:r>
              <a:t>• Model Readiness: The LSTM sequence model is prepared for production deployment in energy management systems.</a:t>
            </a:r>
          </a:p>
          <a:p>
            <a:pPr>
              <a:defRPr sz="1400"/>
            </a:pPr>
            <a:r>
              <a:t>• Strategic Value: Integrating both wind and solar generation stabilizes regional supply, offering consistent free slots.</a:t>
            </a:r>
          </a:p>
        </p:txBody>
      </p:sp>
    </p:spTree>
    <p:extLst>
      <p:ext uri="{BB962C8B-B14F-4D97-AF65-F5344CB8AC3E}">
        <p14:creationId xmlns:p14="http://schemas.microsoft.com/office/powerpoint/2010/main" val="1344333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2" name="Group 81">
            <a:extLst>
              <a:ext uri="{FF2B5EF4-FFF2-40B4-BE49-F238E27FC236}">
                <a16:creationId xmlns:a16="http://schemas.microsoft.com/office/drawing/2014/main" id="{45BED274-5EB4-4EF4-B353-E55BD50265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 name="Straight Connector 10">
              <a:extLst>
                <a:ext uri="{FF2B5EF4-FFF2-40B4-BE49-F238E27FC236}">
                  <a16:creationId xmlns:a16="http://schemas.microsoft.com/office/drawing/2014/main" id="{E0418BE5-560E-4E49-B12D-B555511FED7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49D1162-73B9-420F-BCBE-95039D00CD2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2BA76FE-316A-48E2-A03B-4E05691C43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E678FBC-A6AD-4422-BA24-A4172F8862C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D3C5C3E-2D08-43F0-AFAC-E15360CA7D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0BEAC62-AF92-4A65-9790-6F6E0C6C5A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C77D7C5-E76E-4E82-BFC4-9A75D2C808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66E0152-96B9-4067-80D3-D9BDE6D7EC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918AFCC-B9DA-4092-8FBA-2CFEDB0388E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1EC7D33-C87E-4812-A722-53C5D99272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5F239E3-501A-4C3C-9BE4-6BFA0D3126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B62BF3B-95BB-4188-AAE5-015A0EF3D1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14E5F0F-0124-40D0-A0BF-AE307A0E15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2BADC3B1-26C7-4CF1-B29D-4D0DEA3E26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0A7DF6E-1132-4A80-9B18-593B1ACD77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EF19589-10D8-4A8F-A0B1-F7CE380E30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8E6BB32-C4F8-4914-88D3-7DC5E79D0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8F046EE-9DBA-4924-A19C-ED8741F5F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AABBC44-ABA8-4913-824E-64D3447246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4272B22-1C39-47A0-8551-73666AFBEE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8CDFF66-464C-4ABF-BB01-00500A3B751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079FC88-BD3B-4C04-9B90-0FC93C17921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1FCAED8-8687-4141-A7C3-0D88ACEDFEC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65038E6-7B32-460F-B804-D6C105FF44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C5DAE85-AD17-454B-AB64-CEFF52FDAB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C603643-2066-4967-AE4B-9DA143843B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37E9533-9B07-43E3-B939-7BADC01FEE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EDCCAAEE-AB2E-4534-893A-3DB109499F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8BD39A2-970F-4714-AAA6-67EE99A0EAA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CF4A1387-348B-4E46-9B65-FDF76ED0EF2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BF5DAF27-A54D-442A-93E4-BA7F04EAE37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83" name="Rectangle 82">
            <a:extLst>
              <a:ext uri="{FF2B5EF4-FFF2-40B4-BE49-F238E27FC236}">
                <a16:creationId xmlns:a16="http://schemas.microsoft.com/office/drawing/2014/main" id="{13B6DAC6-0186-4D62-AD69-90B9C0411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84" name="Group 83">
            <a:extLst>
              <a:ext uri="{FF2B5EF4-FFF2-40B4-BE49-F238E27FC236}">
                <a16:creationId xmlns:a16="http://schemas.microsoft.com/office/drawing/2014/main" id="{71A639E3-FE11-4107-AFD1-7480A451B77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6" name="Straight Connector 45">
              <a:extLst>
                <a:ext uri="{FF2B5EF4-FFF2-40B4-BE49-F238E27FC236}">
                  <a16:creationId xmlns:a16="http://schemas.microsoft.com/office/drawing/2014/main" id="{297B88D5-EADF-4A02-BCE2-3A79339304E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31DC15A3-BC76-48C7-B6E7-6BDE98D8D4C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A863FF4-5278-40A2-91AE-0C1C9D417D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76974866-0370-46DE-A0CC-B76787F8FE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2384EFBB-5F44-416B-8304-14894D4E66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C2A7721-82F5-4049-A36D-7F15895D76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55A5C9E-7BB1-4BE0-AF65-0B0C0F57A8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60171544-D633-4084-9514-8AB2CA3136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A33A3733-9841-46F0-9A8D-A8E4E7AC684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3E8D50D6-CE3F-435D-BCA4-EAFC38237FA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5B5C569-068B-4D34-BD81-0166CFCA76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2D91E9C2-6816-467A-A887-51823DCEBC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5F75BDF8-0757-4DE7-8914-A6211FC3740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648F044E-19A2-494D-91A4-E60CCDE716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C16CA88C-F0B3-4F0B-8B07-49054EEFBD7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A8CBD9FE-33C5-4C8E-AE6A-39CFA34E64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748A9DF-73A2-4FEF-8610-9CD069CB2F6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3FAFAB70-5071-4F05-A1EC-91796E24E1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5462774D-3A7B-46F6-8BB9-2739EC34CEF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A7D0A398-66BB-4B9B-8C1D-DEEAAA8D4B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6D8869C1-C468-4613-B783-58B076296E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0B5E2255-F98C-4D08-8E76-41779939AB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0FE11281-EE77-43E2-863A-26430334E6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E3884E6-6AB1-4B3F-B45D-86FB4881A4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AA0F8A82-A670-4466-BA70-1CA5C15BB8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D1C327D7-6ECC-42F0-BE55-3F7F5EBF98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BEEC5AF0-3ECA-4B7C-B9D8-CA5844CE8FA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B9A9F21D-FFEE-4515-8250-B556D76A019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23398592-6EBE-4B94-879F-1A0DD0FB8D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CDF14A29-2CEC-4B0C-83DF-2667CD723DF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AB93FF1A-3F38-4BE6-9A40-41766195D8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pic>
        <p:nvPicPr>
          <p:cNvPr id="5" name="Content Placeholder 4" descr="A screenshot of a computer&#10;&#10;Description automatically generated">
            <a:extLst>
              <a:ext uri="{FF2B5EF4-FFF2-40B4-BE49-F238E27FC236}">
                <a16:creationId xmlns:a16="http://schemas.microsoft.com/office/drawing/2014/main" id="{9680D020-D817-4D88-4005-59DBB71B7459}"/>
              </a:ext>
            </a:extLst>
          </p:cNvPr>
          <p:cNvPicPr>
            <a:picLocks noGrp="1" noChangeAspect="1"/>
          </p:cNvPicPr>
          <p:nvPr>
            <p:ph idx="1"/>
          </p:nvPr>
        </p:nvPicPr>
        <p:blipFill rotWithShape="1">
          <a:blip r:embed="rId2"/>
          <a:srcRect r="11307" b="1"/>
          <a:stretch/>
        </p:blipFill>
        <p:spPr>
          <a:xfrm>
            <a:off x="538692" y="538692"/>
            <a:ext cx="11154735" cy="5623890"/>
          </a:xfrm>
          <a:custGeom>
            <a:avLst/>
            <a:gdLst/>
            <a:ahLst/>
            <a:cxnLst/>
            <a:rect l="l" t="t" r="r" b="b"/>
            <a:pathLst>
              <a:path w="11154735" h="5623890">
                <a:moveTo>
                  <a:pt x="0" y="0"/>
                </a:moveTo>
                <a:lnTo>
                  <a:pt x="11154735" y="0"/>
                </a:lnTo>
                <a:lnTo>
                  <a:pt x="11154735" y="5383912"/>
                </a:lnTo>
                <a:lnTo>
                  <a:pt x="11151587" y="5384438"/>
                </a:lnTo>
                <a:cubicBezTo>
                  <a:pt x="5771398" y="6228134"/>
                  <a:pt x="5429893" y="4579386"/>
                  <a:pt x="39208" y="4475516"/>
                </a:cubicBezTo>
                <a:lnTo>
                  <a:pt x="0" y="4474953"/>
                </a:lnTo>
                <a:close/>
              </a:path>
            </a:pathLst>
          </a:custGeom>
        </p:spPr>
      </p:pic>
    </p:spTree>
    <p:extLst>
      <p:ext uri="{BB962C8B-B14F-4D97-AF65-F5344CB8AC3E}">
        <p14:creationId xmlns:p14="http://schemas.microsoft.com/office/powerpoint/2010/main" val="10339274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48618E9-EE2D-4864-9EEE-58939BD4FBB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 name="Straight Connector 11">
              <a:extLst>
                <a:ext uri="{FF2B5EF4-FFF2-40B4-BE49-F238E27FC236}">
                  <a16:creationId xmlns:a16="http://schemas.microsoft.com/office/drawing/2014/main" id="{317D1EC0-23FF-4FC8-B22D-E34878EAA4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AB929A7-258C-4469-AAB4-A67D713F7A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A635CDB-2D00-49D5-B26E-0694A25000C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4288D7A-F857-418D-92F2-368E841B9F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1084F50-7F3C-4A4A-877E-FFD9EC7CD8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31E64C1-F4C0-4A94-B319-BB1A0A2450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63D8374-8052-417F-AB69-B97EAC43D5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7750734-4D51-4019-A003-38A3DE49B4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1B693D1-DBA2-4D3B-9B37-D9EE8C4112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BCD3EA8-E4C0-4AF6-817F-F9F29157A4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A170FB3-B397-4AC9-85FD-65388F26D9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E5EC0B9-49C7-4777-AEC5-B5EF8DE404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902048B-30F7-4434-87A5-140F9BB4BE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500A6E2-A41C-4751-8A4E-9A0C5718D93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C259517-7BE7-45F9-81C0-3A6362BF14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0652F56-7B71-42B2-AB68-22204A6DF1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059830E-1C3D-4D42-8789-524971CB4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B53325A7-86D3-4B52-A7E3-ADDF408B40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D53F46F-EC12-484C-A4E7-791E57687AC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64ED9CA-8950-47B8-A9ED-22B45CE15F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4429F7B-9FD7-438F-8ECA-3FCAD00618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C558100-D455-4B41-890C-BCC898B2D1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2886397-398A-4318-BE16-2CBAC1902F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D32A3A6-CE6E-4ABD-8522-2C8DC88C07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9014C09-5B84-4798-8BDE-C80D76E67B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A29EB9E-ED9D-4C69-8A26-9A7A0A8305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A2899F9-1795-416F-8F3D-26EEB684DB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3043474-8625-495C-BD06-3627FD286C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432CE47-7631-408E-8DDC-79EE378B70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B2C8832D-8B8D-4036-B913-2D36314327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CCEFEAF-E87B-4FF2-A947-94CABAA061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4" name="Right Triangle 43">
            <a:extLst>
              <a:ext uri="{FF2B5EF4-FFF2-40B4-BE49-F238E27FC236}">
                <a16:creationId xmlns:a16="http://schemas.microsoft.com/office/drawing/2014/main" id="{2437C4A8-8E3A-4ADA-93B9-64737CE1AB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46" name="Rectangle 45">
            <a:extLst>
              <a:ext uri="{FF2B5EF4-FFF2-40B4-BE49-F238E27FC236}">
                <a16:creationId xmlns:a16="http://schemas.microsoft.com/office/drawing/2014/main" id="{A173122F-D466-4F08-90FA-0038F7AC21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48" name="Group 47">
            <a:extLst>
              <a:ext uri="{FF2B5EF4-FFF2-40B4-BE49-F238E27FC236}">
                <a16:creationId xmlns:a16="http://schemas.microsoft.com/office/drawing/2014/main" id="{B19EC7B8-C390-4F1B-8960-E6D32451033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9" name="Straight Connector 48">
              <a:extLst>
                <a:ext uri="{FF2B5EF4-FFF2-40B4-BE49-F238E27FC236}">
                  <a16:creationId xmlns:a16="http://schemas.microsoft.com/office/drawing/2014/main" id="{7CEE1CC1-2CD0-4957-8A12-48FA80C0CC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34901FEB-A7C2-457B-A124-AD433B0417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C76048A8-79AA-454C-BD3E-3004F74268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77B51975-25FE-4328-9815-2AA302F28A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B440B47E-6D3E-4978-B887-B53DA0BFF5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FD94D0A1-D760-40DE-B758-008B93D588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9E590CB-0538-40D7-9CAC-1BBD39CC27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5D7C67DA-B2AA-46E2-8065-1F862A6F72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C0C2ED54-1B65-4F4A-B14B-41FC05B372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EAE5BBBC-F576-4D54-BF67-C00BB1F4F9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0D490E7-12F8-40DC-A9C1-D119667EEF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C855383-9F21-4BDA-8FCA-22AF3D69FFC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FC3E600C-E08A-418E-B30E-2B0FC15DF9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980D58F-BD3F-4B47-9BD2-888B0D9D19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3544818-9B28-4A71-8D7B-80727A5326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101FFBC7-035F-48C5-91FA-4A4973FCD6E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D6195BC5-BB4E-4F3F-8378-0B308B4252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2404171-AF5C-4FA1-9D4E-DCF75562BD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AD45A86-9385-473D-9DBF-565E0A94AF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DBA5A228-913F-4D4F-AB25-5372936246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A87E8BFE-D92E-4EB3-ADD1-FB75CAA683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08756FCD-8335-4089-B4EE-13D629E53E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A9707D7B-937E-4DC3-87BA-B7B7042682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AB1A72DC-3F29-4488-9051-C21E1CBB7E5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956DAD76-815C-4F16-98CF-8E8BE1965B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1AF2F8C5-6691-4EBD-B42E-4B17DF1ED2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D32ED14D-1C00-41C8-849C-030A1434E4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62F296F5-9867-45CA-BF0A-EF216F6A808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53B72471-9DB5-428B-AF52-E11E03B9FD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B8656B49-5277-4610-BD7B-F5D98170B5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F1A47399-8F78-4DB1-BD21-1166BCB267C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81" name="Right Triangle 80">
            <a:extLst>
              <a:ext uri="{FF2B5EF4-FFF2-40B4-BE49-F238E27FC236}">
                <a16:creationId xmlns:a16="http://schemas.microsoft.com/office/drawing/2014/main" id="{F952A221-69C2-46B3-890D-354CA5961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5810332" y="-286720"/>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Title 3">
            <a:extLst>
              <a:ext uri="{FF2B5EF4-FFF2-40B4-BE49-F238E27FC236}">
                <a16:creationId xmlns:a16="http://schemas.microsoft.com/office/drawing/2014/main" id="{3DC58472-8DF0-127A-317E-963E872D998A}"/>
              </a:ext>
            </a:extLst>
          </p:cNvPr>
          <p:cNvSpPr>
            <a:spLocks noGrp="1"/>
          </p:cNvSpPr>
          <p:nvPr>
            <p:ph type="title"/>
          </p:nvPr>
        </p:nvSpPr>
        <p:spPr>
          <a:xfrm>
            <a:off x="1169071" y="722904"/>
            <a:ext cx="9821130" cy="1075904"/>
          </a:xfrm>
        </p:spPr>
        <p:txBody>
          <a:bodyPr vert="horz" lIns="91440" tIns="45720" rIns="91440" bIns="45720" rtlCol="0" anchor="b">
            <a:normAutofit/>
          </a:bodyPr>
          <a:lstStyle/>
          <a:p>
            <a:pPr algn="ctr"/>
            <a:r>
              <a:rPr lang="en-US" sz="5400"/>
              <a:t>THANK YOU!</a:t>
            </a:r>
          </a:p>
        </p:txBody>
      </p:sp>
      <p:pic>
        <p:nvPicPr>
          <p:cNvPr id="8" name="Graphic 7" descr="Smiling Face with No Fill">
            <a:extLst>
              <a:ext uri="{FF2B5EF4-FFF2-40B4-BE49-F238E27FC236}">
                <a16:creationId xmlns:a16="http://schemas.microsoft.com/office/drawing/2014/main" id="{20A7604A-CDE8-F7E3-C215-CF1EB34C8EA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464223" y="2884564"/>
            <a:ext cx="3257291" cy="3257291"/>
          </a:xfrm>
          <a:prstGeom prst="rect">
            <a:avLst/>
          </a:prstGeom>
        </p:spPr>
      </p:pic>
    </p:spTree>
    <p:extLst>
      <p:ext uri="{BB962C8B-B14F-4D97-AF65-F5344CB8AC3E}">
        <p14:creationId xmlns:p14="http://schemas.microsoft.com/office/powerpoint/2010/main" val="762976006"/>
      </p:ext>
    </p:extLst>
  </p:cSld>
  <p:clrMapOvr>
    <a:masterClrMapping/>
  </p:clrMapOvr>
</p:sld>
</file>

<file path=ppt/theme/theme1.xml><?xml version="1.0" encoding="utf-8"?>
<a:theme xmlns:a="http://schemas.openxmlformats.org/drawingml/2006/main" name="CosineVTI">
  <a:themeElements>
    <a:clrScheme name="Custom 133">
      <a:dk1>
        <a:sysClr val="windowText" lastClr="000000"/>
      </a:dk1>
      <a:lt1>
        <a:sysClr val="window" lastClr="FFFFFF"/>
      </a:lt1>
      <a:dk2>
        <a:srgbClr val="2A2735"/>
      </a:dk2>
      <a:lt2>
        <a:srgbClr val="EEEEEE"/>
      </a:lt2>
      <a:accent1>
        <a:srgbClr val="1EBE9B"/>
      </a:accent1>
      <a:accent2>
        <a:srgbClr val="8F99BB"/>
      </a:accent2>
      <a:accent3>
        <a:srgbClr val="FD8686"/>
      </a:accent3>
      <a:accent4>
        <a:srgbClr val="A3A3C1"/>
      </a:accent4>
      <a:accent5>
        <a:srgbClr val="7162FE"/>
      </a:accent5>
      <a:accent6>
        <a:srgbClr val="E76445"/>
      </a:accent6>
      <a:hlink>
        <a:srgbClr val="EF08F7"/>
      </a:hlink>
      <a:folHlink>
        <a:srgbClr val="8477FE"/>
      </a:folHlink>
    </a:clrScheme>
    <a:fontScheme name="Custom 50">
      <a:majorFont>
        <a:latin typeface="Grandview"/>
        <a:ea typeface=""/>
        <a:cs typeface=""/>
      </a:majorFont>
      <a:minorFont>
        <a:latin typeface="Grandview"/>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sineVTI" id="{4F4449D5-5E9D-4D83-9E2A-939F9CF20276}" vid="{03166EA1-370F-4321-A61E-8851365B4312}"/>
    </a:ext>
  </a:extLst>
</a:theme>
</file>

<file path=docProps/app.xml><?xml version="1.0" encoding="utf-8"?>
<Properties xmlns="http://schemas.openxmlformats.org/officeDocument/2006/extended-properties" xmlns:vt="http://schemas.openxmlformats.org/officeDocument/2006/docPropsVTypes">
  <TotalTime>1048</TotalTime>
  <Words>746</Words>
  <Application>Microsoft Office PowerPoint</Application>
  <PresentationFormat>Widescreen</PresentationFormat>
  <Paragraphs>77</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Grandview</vt:lpstr>
      <vt:lpstr>Helvetica Neue</vt:lpstr>
      <vt:lpstr>Wingdings</vt:lpstr>
      <vt:lpstr>CosineVTI</vt:lpstr>
      <vt:lpstr>CE888 ASSIGNMENT</vt:lpstr>
      <vt:lpstr>CONTENTS</vt:lpstr>
      <vt:lpstr>Introduction</vt:lpstr>
      <vt:lpstr>Data Visualization</vt:lpstr>
      <vt:lpstr>Feature Engineering</vt:lpstr>
      <vt:lpstr>Duplicate &amp; Missing Data *</vt:lpstr>
      <vt:lpstr>Handling Missing Data</vt:lpstr>
      <vt:lpstr>Stationary</vt:lpstr>
      <vt:lpstr>Assumptions</vt:lpstr>
      <vt:lpstr>Normalize Data</vt:lpstr>
      <vt:lpstr>LSTM</vt:lpstr>
      <vt:lpstr>Cont.</vt:lpstr>
      <vt:lpstr>MSE</vt:lpstr>
      <vt:lpstr>Required Power for the Next 24 hours</vt:lpstr>
      <vt:lpstr>Required and Predicted</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CE888 ASSIGNMENT</dc:title>
  <dc:creator>Abdul Ali Nawrozie</dc:creator>
  <cp:lastModifiedBy>Abdul Ali Nawrozie</cp:lastModifiedBy>
  <cp:revision>21</cp:revision>
  <dcterms:created xsi:type="dcterms:W3CDTF">2024-04-20T20:01:16Z</dcterms:created>
  <dcterms:modified xsi:type="dcterms:W3CDTF">2024-04-21T15:13:09Z</dcterms:modified>
</cp:coreProperties>
</file>